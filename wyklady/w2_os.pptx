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 (Plan wykładu).
Opis:
• Sl. 1–2
• Zakres wykładu, plan, czym różni się mobilny OS od desktopowego
• Sl. 3–4
• Urządzenie mobilne jako środowisko obliczeniowe — sprzęt, big.LITTLE, bateria
• Sl. 5–6
• Dominujące platformy — Android (AOSP, Linux) i iOS (XNU, Darwin)
• Sl. 7–8
• Warstwowa architektura mobilnego OS — HAL, runtime, framework
• Sl. 9–10
• Jądro systemu — CFS, cgroups, namespaces, XNU Mach+BSD
• Sl. 11–12
• Zarządzanie procesami — UID, OOM Adj, priorytety procesów
• Sl. 13–14
• Wątki i planowanie — Looper, UI thread, Scheduler OS
• Sl. 15–16
• Model pamięci — presja RAM, onTrimMemory, GC Android i iOS
• Sl. 17–18
• Zarządzanie energią — Doze Mode, App Standby, WakeLock, WorkManager
• Sl. 19–20
• System plików i dane aplikacji — Scoped Storage, szyfrowanie
• Sl. 21–22
• Model bezpieczeństwa — podpisy APK, izolacja, SELinux/AppArmor
• Sl. 23–24
• Uprawnienia i sandbox — runtime permissions, UID isolation
• Sl. 25–26
• Runtime i środowisko wykonawcze — ART (AOT+JIT), LLVM, GC
• Sl. 27–28
• IPC i komunikacja — Binder, XPC, Intenty, AIDL
• Sl. 29–30
• Cykl życia aplikacji — Activity, ViewModel, stan trwały
• Sl. 31–32
• Background execution — ForegroundService, JobScheduler, WorkManager
• Sl. 33–34
• Sensory, UI pipeline i ANR — SensorManager, Render Thread, GPU
• Sl. 35–36
• Fragmentacja, aktualizacje OS — SDK_INT, targetSdkVersion, API deprecation
• Sl. 37–38
• Alternatywne OS — HarmonyOS, Sailfish, Ubuntu Touch, KaiOS, Fuchsia
• Sl. 39–40
• Systemy przestrzenne — visionOS, SpaceOS, spatial lifecycle
• Sl. 41–42
• Mobilne OS jako soft real-time — schedulery, deadline, audio/UI
• Sl. 43–44
• Badania naukowe — metody, obszary, narzędzia profilowania
• Sl. 45
• Podsumowanie — wnioski systemowe, znaczenie wiedzy 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 (Mobilny OS vs Desktopowy).
Opis:
• Mobilny system operacyjny to nie «okrojony desktop». To fundamentalnie odmienny model programowania — zdarzeniowy, energooszczędny i z kontrolowanym cyklem życia aplikacji.
• Model interakcji
• Desktop: ciągła praca w pętli, zawsze aktywny proces.
Mobilny: przerywana interakcja, aplikacja «pauzuje» gdy niewidoczna.
• Zarządzanie zasobami
• Desktop: swapfile, nieograniczony RAM wirtualny, pliki na żądanie.
Mobilny: brak swap, presja RAM → SIGKILL bez ostrzeżenia, budżet CPU.
• Kontrola cyklu życia
• Desktop: aplikacja żyje dopóki użytkownik nie zamknie.
Mobilny: OS może zakończyć dowolny proces w dowolnej chwili.
• Model energetyczny
• Desktop: zasilanie sieciowe, ciągła praca akceptowalna.
Mobilny: bateria 3000–5000 mAh, każdy cykl CPU kosztuje energię.
• Izolacja i sandbox
• Desktop: aplikacje współdzielą przestrzeń (rejestr, pliki systemowe).
Mobilny: każda app ma własny UID, przestrzeń adresową, SELinux ctx.
• API vs syscall
• Desktop: dostęp do syscalls, /proc, /dev przez glibc.
Mobilny: wyłącznie frameworkowe API — android.*, UIKit. Syscalle zablokowane.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 (Urządzenie mobilne jako środowisko obliczeniowe).
Opis:
• Smartfon to wyspecjalizowany komputer czasu rzeczywistego z heterogenicznym procesorem, ograniczoną pamięcią i wieloma kontekstami sensorycznymi. OS musi zarządzać tym wszystkim jednocześnie.
• CPU big.LITTLE (ARM DynamIQ)
• Duże rdzenie (performance, np. Cortex-X4) + małe rdzenie (efficiency, Cortex-A520). OS scheduler decyduje, który rdzeń przydziela wątkowi na podstawie priorytetu i temperatury.
• GPU współdzielone z UI
• Adreno (Qualcomm), Immortalis (ARM), Apple GPU. Renderuje UI (Skia/Metal) i obliczenia (Vulkan/Metal Compute). GPU throttling = frame drops.
• RAM bez swap
• 4–16 GB LPDDR5. Brak pliku wymiany (swap). Presja RAM = OOM Killer. System agresywnie zamraża procesy w tle (cached state).
• Bateria i PMU
• 3000–5000 mAh Li-Poly. Power Management Unit (PMU) steruje napięciem per-rdzeń. Doze Mode ogranicza dostęp do CPU/sieci gdy ekran wyłączony.
• NPU (Neural Processing Unit)
• Dedykowany akcelerator ML: Apple Neural Engine (16-core, 38 TOPS), Qualcomm Hexagon DSP. Odciąża CPU/GPU dla on-device AI inference.
• Sensory i kontekst
• Akcelerometr, żyroskop, barometr, GPS, ToF, kamera IR. Dane sensoryczne dostarczane przez HAL do OS. Częstotliwość próbkowania → zużycie energii.
• Wyświetlacz i pipeline graficzny
• 120Hz OLED: każda klatka 8.3ms. SurfaceFlinger (Android) / Core Animation (iOS) komponuje warstwy aplikacji. VSync synchronizuje render.
• Łączność i radio
• 5G/WiFi/BT modem: osobny procesor baseband (np. Qualcomm Snapdragon X65). OS pośredniczy przez Radio Interface Layer (RIL) — aplikacja nie ma bezpośredniego dostępu.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5 (Dominujące platformy).
Opis:
• ANDROID
• Kernel
• Linux 6.x (AOSP). CFS scheduler. cgroups v2. eBPF monitoring. Namespaces dla izolacji.
• Runtime
• Android Runtime (ART). AOT (dex2oat) + JIT (profile-guided). Generational GC. DEX bytecode.
• Framework
• android.app, android.content, android.hardware. Binder IPC. SurfaceFlinger. WindowManager.
• Bezpieczeństwo
• SELinux enforcing. Per-app UID. Verified Boot (dm-verity). Play Integrity API.
• Dystrybucja
• Google Play Store + sideloading APK/AAB. AOSP = open source. Vendor customizations (OEM UI, ROMs).
• iOS / iPadOS
• XNU (Mach microkernel + BSD). IOKit sterowniki. Mach-O format binarny. Darwin open source.
• LLVM + AOT (kompilacja natywna ARM64). Swift/ObjC ARC. ARC ≠ GC: deterministyczne zwalnianie.
• UIKit / SwiftUI. Core Foundation. Core ML. ARKit. Metal GPU API. Core Data.
• Secure Enclave (osobny T2/M2 chip). Code Signing (mandatory). Sandboxing entitlements. XPC.
• Wyłącznie App Store (z wyjątkiem EU DMA 2024). Strict review. TestFlight dla bety. UDID-based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6 (Android vs iOS — porównanie rynkowe i filozofia).
Opis:
• Obie platformy rozwiązują te same problemy inaczej. Różnice filozoficzne przekładają się na konkretne decyzje API, które dotykają każdego programisty.
• Cecha
• Android
• iOS
• Udział rynkowy
• ~72% globalnie (2024)
• ~28% globalnie, ~55% USA
• Kernel
• Linux monolityczny (CFS, cgroups)
• XNU hybrydowy (Mach + BSD)
• Otwartość kodu
• AOSP open source (kernel, runtime)
• Darwin częściowo, reszta zamknięta
• Instalacja aplikacji
• APK sideloading + Play Store
• Wyłącznie App Store (+ EU DMA 2024)
• Sandbox model
• UID + SELinux + seccomp-bpf
• Entitlements + Secure Enclave + XPC
• Runtime
• ART: DEX → AOT+JIT native
• LLVM: Swift/ObjC → natywny ARM64
• IPC mechanism
• Binder (kernel driver)
• XPC (Mach messages + launchd)
• Update model
• Fragmented: vendor + carrier delays
• Unified: Apple push → natychmiastowe
• Uprawnienia
• Runtime permissions (każde oddzielnie)
• Privacy manifest + one-time permissions
• Customizacja
• OEM UI (One UI, MIUI, EMUI)
• Brak — jednolity iOS na każdym iPhone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7 (Warstwowa architektura).
Opis:
• Mobilny OS to stos warstw, gdzie każda wyższa warstwa abstrahuje od szczegółów niższej. Programista aplikacji operuje wyłącznie na warstwie frameworkowej — jądro i HAL są niewidoczne.
• APLIKACJE
• App Layer
• Kod dewelopera: Activity, Fragment, ViewModel, Compose / SwiftUI, UIViewController
• FRAMEWORK
• API Layer
• android.app, android.content, android.hardware / UIKit, Foundation, Core Data
• RUNTIME
• Exec Layer
• ART (Android Runtime) + Bionic libc / LLVM AOT + libSystem (BSD-derived)
• HAL
• HW Abstraction
• Hardware Abstraction Layer: camera.h, audio.h, sensors.h — HIDL / AIDL interfejsy
• KERNEL
• OS Core
• Linux 6.x (Android): CFS, cgroups, eBPF, Binder IPC driver / XNU: Mach + BSD + IOKit
• android.hardware.camera2
• CameraDevice, CaptureRequest, ImageReader. Nie bezpośrednio — przez HAL wrapper.
• android.hardware.sensors
• SensorManager → SensorEventListener. SENSOR_DELAY_FASTEST = 0ms batching.
• android.media.AudioRecord
• AudioFlinger mixuje strumienie. HAL mapuje na hardware codec.
• android.hardware.biometrics
• BiometricPrompt → Secure Enclave / TrustZone. Klucze biometryczne w KEYStore.
• android.hardware.location
• LocationManager → GPS/Network/Passive. Fused Location Provider (Google).
• android.hardware.display
• WindowManager → SurfaceFlinger → HWC (Hardware Composer). VSync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8 (AOSP vs iOS architektura — szczegóły).
Opis:
• HAL w Androidzie (HIDL/AIDL)
• Hardware Interface Definition Language (zastąpiony AIDL HAL od Android 11). Definiuje interfejsy C++ między frameworkiem a sterownikami. Vendor partition oddzielona od system partition — projekt Treble (2017).
• IOKit w iOS/macOS
• Framework do komunikacji z hardware. Używany przez system (kexts). Aplikacje NIE mają dostępu do IOKit bezpośrednio — tylko przez wyższe API (Core Motion, Core Bluetooth itp.).
• Project Treble — separacja OS/vendor
• Od Android 8.0: jądro i sterowniki vendora oddzielone od AOSP przez stabilny HIDL interfejs. Efekt: vendor może zachować swoje sterowniki, Google aktualizuje OS. Czas aktualizacji skrócony.
• Verified Boot i dm-verity
• Android: dm-verity weryfikuje partycję /system przy starcie. Każdy blok ma hash. Modyfikacja → boot failure. iOS: Secure Boot Chain: BootROM → LLB → iBoot → kernel → userspace — każdy etap weryfikuje następny.
Fragmenty kodu / poleceń:
[Kod 1]
// Android — dostęp do zasobów systemowych
// TYLKO przez Context i SystemService
val sensorManager = getSystemService(
    Context.SENSOR_SERVICE) as SensorManager
val accelerometer = sensorManager.getDefaultSensor(
    Sensor.TYPE_ACCELEROMETER)
// LocationManager przez framework
val locationManager = getSystemService(
    Context.LOCATION_SERVICE) as LocationManager
// NIE MA dostępu do /dev/input/* bezpośrednio
// NIE MA dostępu do syscall ioctl() z app
// Binder IPC → system_server → HAL → driver
// Sprawdzenie wersji API przed użyciem nowych funkcji:
if (Build.VERSION.SDK_INT &gt;= Build.VERSION_CODES.S) {
    // API dostępne dopiero od Android 12
    val audioManager = getSystemService(
        AudioManager::class.java)
    audioManager?.setMode(AudioManager.MODE_NORMAL)
}
[Kod 2]
// iOS — dostęp przez frameworki Apple
import CoreMotion
import CoreLocation
// CMMotionManager — wrapper HAL dla sensorów
let motionManager = CMMotionManager()
motionManager.accelerometerUpdateInterval = 0.1
motionManager.startAccelerometerUpdates(
    to: .main) { data, error in
    guard let data else { return }
    print(data.acceleration.x)
}
// NIE MA dostępu do /dev/* bezpośrednio
// IOKit dostępny TYLKO dla kextów (kernel ext.)
// XPC → launchd → userpace daemon → IOKit
// Sprawdzenie dostępności API (Swift):
if #available(iOS 17.0, *) {
    // Używaj nowego API iOS 17
} else {
    // Fallback dla starszych wersji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9 (Jądro systemu operacyjnego).
Opis:
• Jądro definiuje fundamentalne mechanizmy: scheduling, zarządzanie pamięcią, sterowniki. Programista aplikacji nie dotyka jądra bezpośrednio — ale jego decyzje determinują zachowanie aplikacji.
• CFS — Completely Fair Scheduler
• Scheduler Linuxa w Androidzie. Algorytm: drzewo czerwono-czarne (rb-tree) z kluczem vruntime (wirtualny czas wykonania). Każdy wątek dostaje proporcjonalny udział CPU. Nice value -20…+19 modyfikuje wagę. Android: FOREGROUND_APP_ADJ = 0, CACHED_APP_ADJ = 906.
• cgroups v2 (Control Groups)
• Mechanizm grupowania procesów dla limitowania zasobów. Android używa cgroups dla: CPU (cpu.shares), pamięci (memory.limit_in_bytes), blkio (I/O throttling). Grupy: foreground, background, top-app, system. Automatyczne przez ActivityManager.
• Namespaces — izolacja
• Linux namespaces: PID (izolacja drzewa procesów), NET (izolacja stosu sieciowego), MNT (izolacja systemu plików), USER (mapowanie UID). Android: app sandbox oparty na UID + SELinux, nie pełnych namespaces jak Docker.
• XNU — hybrydowe jądro
• XNU = X is Not Unix. Mach microkernel (IPC przez ports, virtual memory) + BSD (POSIX API, VFS, sockets) + IOKit (sterowniki C++). Mach zapewnia messaging primitives; BSD — kompatybilność POSIX. Aplikacje widzą tylko BSD API.
• eBPF w Androidzie
• Extended Berkeley Packet Filter: programy weryfikowane przez kernel, wykonywane w sandboxie JIT w przestrzeni kernela. Android używa eBPF do: network monitoring (NetworkStatsService), CPU profiling (simpleperf), security (LSM hooks).
• Sterowniki i BINDER jako driver
• Binder IPC jest zaimplementowany jako driver kernela (/dev/binder). Przesył danych przez współdzieloną pamięć (mmap) — zero-copy dla dużych buforów. Android dodaje własne drivery: ashmem, logger, wakelocks, sync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10 (Kernel — parametry i kod).
Opis:
• OOM Killer w Androidzie
• Out-Of-Memory Killer to mechanizm kernela Linuxa, który przy wyczerpaniu RAM wybiera procesy do zabicia. Android's LMK (Low Memory Killer) to zmodyfikowany driver działający PRZED wyczerpaniem RAM — zabija procesy cached/background gdy wolna pamięć spada poniżej progów (Low Memory Thresholds). Progi konfigurowane przez ActivityManager.
• Low Memory Thresholds
• Android definiuje kilka progów RAM: minfree_adj[0..5]. Gdy wolna pamięć &lt; próg[i], procesy z OOM_ADJ &gt; adj[i] są ubijane. Im wyższy OOM_ADJ, tym bardziej prawdopodobne ubicie. ForegroundApp (ADJ=-900) jest praktycznie nietykalny. CachedApp (ADJ=906) ubijany pierwszy.
Fragmenty kodu / poleceń:
[Kod 1]
// Android — odczyt parametrów systemowych
// (dostępne przez API, nie bezpośrednio z /proc)
// ActivityManager — info o procesach
val am = getSystemService(ActivityManager::class.java)
// MemoryInfo — stan RAM
val memInfo = ActivityManager.MemoryInfo()
am?.getMemoryInfo(memInfo)
val availMb = memInfo.availMem / 1048576L
val totalMb = memInfo.totalMem / 1048576L
val isLowMem = memInfo.lowMemory
// lowMemory=true → system bliski OOM
// RunningAppProcessInfo — priorytety
val processes = am?.runningAppProcesses
processes?.forEach { proc -&gt;
  // importance: IMPORTANCE_FOREGROUND=100
  // IMPORTANCE_VISIBLE=200
  // IMPORTANCE_SERVICE=300
  // IMPORTANCE_CACHED=400
  Log.d("OOM", "${proc.processName}: ${proc.importance}")
}
[Kod 2]
# Bezpośrednie odczytanie OOM score w Androidzie
# (przez ADB, nie z poziomu aplikacji)
# Sprawdź OOM adjustment danego procesu
adb shell cat /proc/$(pidof com.example.app)/oom_adj
# Skala: -17 (nie ubijaj) do 15 (ubij pierwsze)
# Foreground app: -900 (OOM_ADJ_FOREGROUND_APP)
# Sprawdź cgroups procesu
adb shell cat /proc/$(pidof com.example.app)/cgroup
# Wynik przykładowy:
# 12:cpu:/foreground
# 10:memory:/foreground
# XNU (iOS) — mach_kernel stats (jailbreak only)
# sysctl -a | grep vm
# vm.pagesize: 16384  (16KB pages na Apple Silicon)
# vm.pages: 524288   (8GB / 16KB = 524288 stron)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11 (Zarządzanie procesami).
Opis:
• Każda aplikacja to izolowany proces z unikalnym UID. System klasyfikuje procesy wg ważności i dynamicznie zarządza ich priorytetem. Kolejność ubijania jest deterministyczna.
• FOREGROUND
• Visible + Active
• ADJ: -900
• Aplikacja na ekranie + aktywna interakcja. Nietykalny przez LMK. Najwyższy CPU priority.
• VISIBLE
• Visible + Passive
• ADJ: -800
• Aplikacja widoczna (np. dialog innej aplikacji na tle). Bardzo rzadko ubijana.
• SERVICE
• Background Active
• ADJ: 300–500
• Service aktywny (ForegroundService z notyfikacją = ADJ 0). Długotrwałe zadania.
• CACHED (B/G)
• Background Frozen
• ADJ: 900–999
• Aplikacja w tle, zamrożona. Pierwsza do ubicia przy presji RAM. Stan zachowany w RAM.
• EMPTY
• No Components
• ADJ: 999+
• Proces bez aktywnych komponentów — czyste tło. Ubijany natychmiast przy potrzebie.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12 (Wieloprocesowość i multi-process apps).
Opis:
• android:process — wieloprocesowość
• Komponent aplikacji może działać w osobnym procesie przez android:process=":remote" w AndroidManifest.xml. Każdy proces ma osobny UID mapping. Używane przez: Chrome (każda karta), Gboard, system apps (SystemUI, Settings).
• ActivityManager i ProcessRecord
• ActivityManager.Service (system_server) śledzi każdy proces przez ProcessRecord. Zawiera: UID, PID, OOM_ADJ, foreground/background state, aktywne komponenty (Activity, Service, BroadcastReceiver). AM decyduje o SIGKILL.
• Zygote — fork model
• Zygote to proces-matka wszystkich aplikacji Android. Preloads klas i zasobów → fork() tworzy nowy proces aplikacji z gotową VM (zero cold start overhead). iOS: launchd + dyld shared cache pełni analogiczną rolę.
• Procesy systemowe
• system_server: centralny serwer systemowy (ActivityManager, WindowManager, PackageManager, LocationManager). surfaceflinger: renderowanie. mediaserver: audio/video. netd: sieć. Każdy jako osobny UID (AID_SYSTEM, AID_MEDIA itp.).
Fragmenty kodu / poleceń:
[Kod 1]
&lt;!-- AndroidManifest.xml — wieloprocesowość --&gt;
&lt;application
    android:name=".MyApp"
    android:process=":main"&gt;
  &lt;!-- Activity w domyślnym procesie :main --&gt;
  &lt;activity android:name=".MainActivity"/&gt;
  &lt;!-- Service w osobnym procesie :remote --&gt;
  &lt;service
    android:name=".SyncService"
    android:process=":remote"
    android:exported="false"/&gt;
  &lt;!-- BroadcastReceiver w systemowym procesie --&gt;
  &lt;receiver
    android:name=".BootReceiver"
    android:exported="true"&gt;
    &lt;intent-filter&gt;
      &lt;action android:name=
        "android.intent.action.BOOT_COMPLETED"/&gt;
    &lt;/intent-filter&gt;
  &lt;/receiver&gt;
&lt;/application&gt;
[Kod 2]
// Zygote fork model — co dostaje nowy proces
// (niedostępne z API, ale ważne architektonicznie)
// Zygote preloaduje przy starcie systemu:
// - ~3000 klas z android.jar
// - Resources (system theme, layouts)
// - OpenGL ES / Vulkan biblioteki
// Nowa aplikacja: fork() → ~20ms zamiast ~500ms
// "cold start" bez Zygote
// Sprawdzenie PID własnego procesu (debug):
val myPid = android.os.Process.myPid()    // PID
val myUid = android.os.Process.myUid()    // UID
val myTid = android.os.Process.myTid()    // Thread ID
Log.d("PROC", "PID=$myPid UID=$myUid")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13 (Wątki i planowanie).
Opis:
• Architektura wątkowa aplikacji mobilnej ma ścisłe reguły narzucone przez OS. Wątek UI jest świętością — jego blokada to ANR. Każda operacja I/O musi iść na wątek roboczy.
• Handler / HandlerThread
• Android: Handler pozwala wysyłać wiadomości do Loopera określonego wątku. HandlerThread: wątek z wbudowanym Looperem. Używane przez: SensorManager (wątek callbacków), Camera2, AudioRecord.
• Dispatcher.IO vs Default
• Coroutines: Dispatchers.IO = elastyczna pula wątków dla I/O (do 64 lub n_cores × 2). Dispatchers.Default = stała pula (n_cores) dla CPU-intensywnych zadań. Nie używaj Default dla sieci — blokuje obliczeniowe wątki.
• GCD — Grand Central Dispatch (iOS)
• Dyspatcher kolejek Apple: Main Queue (serial, UI), Global Queues (QoS: userInteractive, userInitiated, utility, background), Custom Queues. QoS mapuje na priorytety schedulera OS.
• Scheduler OS a priorytety wątków
• Android CFS: nice value wątku. android.os.Process.setThreadPriority(THREAD_PRIORITY_DISPLAY=-4). Wątek UI: -10 (najwyższy user-space). Background: 10. iOS: QoS.userInteractive &gt; userInitiated &gt; utility &gt; background.
Fragmenty kodu / poleceń:
[Kod 1]
// Android Threading Model
// Wątek UI = Looper.getMainLooper() thread
// NIGDY nie blokuj wątku UI!
// Źle — blokuje UI thread:
// val data = networkCall() // ← ANR po 5s!
// Dobrze — Kotlin Coroutines:
class MyViewModel : ViewModel() {
    fun loadData() {
        viewModelScope.launch {
            // Dispatcher.IO → wątek roboczy (pool)
            val result = withContext(Dispatchers.IO) {
                repository.fetchFromNetwork()
            }
            // Dispatcher.Main → powrót na UI thread
            _uiState.value = UiState.Success(result)
        }
    }
}
// StrictMode wykryje blokowanie UI w debug:
StrictMode.setThreadPolicy(
    StrictMode.ThreadPolicy.Builder()
        .detectNetwork()      // sieć na UI thread
        .detectDiskReads()    // I/O na UI thread
        .penaltyLog()
        .build()
)
[Kod 2]
// iOS Threading Model
// Main thread = UIThread (jak Android)
// NIGDY nie blokuj main thread!
// Źle:
// let data = URLSession.shared.data(from: url)
// Dobrze — Swift Concurrency (async/await):
class ProfileViewModel: ObservableObject {
    @Published var user: User?
    func loadUser() async {
        // Automatycznie na tle wątku (cooperative)
        let user = try? await userService.fetch()
        // @MainActor → powrót na main thread
        await MainActor.run {
            self.user = user
        }
    }
}
// Dispatch Queue (starszy styl):
DispatchQueue.global(qos: .userInitiated).async {
    let data = heavyComputation()
    DispatchQueue.main.async {
        self.updateUI(with: data)
    }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14 (StrictMode, ANR, Wątki — diagnoza).
Opis:
• ANR — Application Not Responding
• Android generuje ANR gdy: main thread blokowany &gt; 5s (zwykłe), BroadcastReceiver &gt; 10s (foreground) / 60s (background). Efekt: dialog «Aplikacja nie odpowiada». Logi: /data/anr/traces.txt. Narzędzie: ANR Report w Android Vitals.
• Trace — watchdog timer
• System watchdog co 1s sprawdza responsywność wątku UI przez Message.dispatch(). Jeśli wątek jest zablokowany (BLOCKED / WAITING), zegar ANR postępuje. Narzędzie: Systrace / Perfetto → timeline wątków.
• StrictMode — detekcja błędów wątkowych
• StrictMode.ThreadPolicy: detectNetwork(), detectDiskReads(), detectDiskWrites(). Penalty: Log, Dialog, Death (crash). StrictMode.VmPolicy: detectLeakedSqlLiteObjects(), detectActivityLeaks(). Obowiązkowo w DEBUG buildach.
• iOS Watchdog Timeout
• iOS: main thread blokada ~3-8s → Watchdog kills app (kod wyjścia 0x8badf00d = "ate bad food" 😄). Exception Type: EXC_CRASH (SIGKILL). Crash report w Xcode Organizer. Najczęstsza przyczyna: synchroniczny URL fetch na main thread.
Fragmenty kodu / poleceń:
[Kod 1]
// Prawidłowa diagnoza ANR — Perfetto trace
// (lub Android Profiler → CPU Track)
// Custom Trace marker (widoczny w Perfetto):
import android.os.Trace
fun processData(list: List&lt;Item&gt;) {
    Trace.beginSection("MyApp.processData")
    try {
        list.forEach { item -&gt;
            Trace.beginSection("item.process")
            heavyProcess(item)
            Trace.endSection()
        }
    } finally {
        Trace.endSection()
    }
}
// UWAGA: Trace.beginSection/endSection
// muszą być ZAWSZE sparowane!
// Niesparowanie = crash w next endSection
[Kod 2]
// Coroutine Exception Handler — obsługa błędów
val handler = CoroutineExceptionHandler {
    _, exception -&gt;
    Log.e("COROUTINE", "Error: $exception")
    // Wyślij do Crashlytics
    FirebaseCrashlytics.getInstance()
        .recordException(exception)
}
// Scope z handlerem
val scope = CoroutineScope(
    Dispatchers.Main + handler +
    SupervisorJob() // dziecko nie psuje rodzica
)
// SupervisorJob: gdy jedno zadanie się posypie,
// pozostałe kontynuują. Bez niego: jeden błąd
// cancelluje CAŁY scope. Użyj w ViewModel.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15 (Model pamięci).
Opis:
• Pamięć RAM to krytyczny zasób bez możliwości rozszerzenia przez swap. System informuje aplikację o presji RAM przez callbacki — zignorowanie ich = SIGKILL bez możliwości reagowania.
• Generational GC w ART
• ART używa Generational Concurrent Copying (CC) GC. Podział na: Young Space (nowe obiekty), Old Space (długożyjące). Minor GC: czyści Young (krótka pauza ~2ms). Major GC: czyści całość (dłuższa pauza ~10-50ms). Cel: minimalizacja pauz dla płynności UI.
• ARC — Automatic Reference Counting (iOS)
• Swift/ObjC używa ARC zamiast GC. Deterministyczne zwalnianie: gdy licznik referencji = 0, obiekt jest natychmiast zwolniony (nie czeka na GC). Wada: cykle referencji (retain cycles) = wycieki. Rozwiązanie: weak/unowned referencje.
• Pamięć wirtualna — paged memory
• iOS: 16KB strony pamięci (Apple Silicon). Android: 4KB (planowane 16KB od Android 15 dla perf). Pages mogą być: Resident (w RAM), Compressed (Compressor daemon iOS), Swapped (brak na mobile!). iOS ma Compressor zamiast swap.
Fragmenty kodu / poleceń:
[Kod 1]
// onTrimMemory — reagowanie na presję RAM
class MyApplication : Application() {
    override fun onTrimMemory(level: Int) {
        super.onTrimMemory(level)
        when (level) {
            // Aplikacja w tle — zacznij zwalniać
            TRIM_MEMORY_RUNNING_MODERATE -&gt; {
                clearImageCache(fraction = 0.25f)
            }
            // System bliski OOM — zwolnij wszystko
            TRIM_MEMORY_RUNNING_CRITICAL,
            TRIM_MEMORY_COMPLETE -&gt; {
                clearImageCache(fraction = 1.0f)
                clearDatabaseCache()
                // Nie trzymaj nic zbędnego!
            }
            // Aplikacja zupełnie w tle
            TRIM_MEMORY_BACKGROUND -&gt; {
                clearTemporaryData()
            }
        }
    }
}
// ComponentCallbacks2.TRIM_MEMORY_* poziomy:
// 5=MODERATE, 10=LOW, 15=CRITICAL (app running)
// 20=BACKGROUND, 40=MODERATE, 60=COMPLETE (bg)
[Kod 2]
// Wykrywanie wycieków pamięci — LeakCanary
// (tylko DEBUG builds)
dependencies {
  debugImplementation("com.squareup.leakcanary:
    leakcanary-android:2.12")
}
// LeakCanary automatycznie monitoruje:
// - Activity, Fragment, ViewModel, Service
// - View, Context
// Powiadamia gdy GC nie może zebrać obiektu
// Analiza profilu pamięci z kodu:
val runtime = Runtime.getRuntime()
val usedMB = (runtime.totalMemory() -
    runtime.freeMemory()) / 1048576L
val maxMB = runtime.maxMemory() / 1048576L
// maxMemory() = heap limit dla tej aplikacji
// Typowo: 256–512MB na telefonie 4GB RAM
// Niestandardowe limity heap (manifest):
// android:largeHeap="true" → do 512MB
// (niezalecane — sygnał złej architektury)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16 (GC, Heap, profiling).
Opis:
• Jank z powodu GC
• Jank = dropped frame (&gt;16.7ms na 60Hz, &gt;8.3ms na 120Hz). GC pause blokuje ART na kilka-kilkanaście ms. Szczególnie destruktywne: alokacje w onDraw(), RecyclerView.onBindViewHolder(), Looper.loop(). Profiler → Memory Track → GC Events.
• Object pooling — eliminacja alokacji
• Zamiast tworzyć nowe obiekty w hot path: pooluj i reużywaj. Android: Pools.acquire() / Pools.release(). Bitmap: BitmapPool (Glide/Coil). Android MessageQueue: Message.obtain() zamiast new Message(). Cel: zero alokacji w głównej pętli renderowania.
• Memory Profiler — Android Studio
• Heap dump: migawka sterty w chwili T. Allocation tracking: każda alokacja z stack trace. Retained size: ile pamięci zostałoby zwolnione gdyby obiekt był usunięty. Native heap (JNI): osobny tracker (jemalloc).
• Instruments — Xcode (iOS)
• Leaks instrument: wykrywanie wycieków. Allocations: śledzenie każdej alokacji z call tree. VM Tracker: anonymous VM, dirty pages, compressed. Memory Graph Debugger w Xcode: wizualizacja grafu obiektów z wskazaniem retain cycles.
Fragmenty kodu / poleceń:
[Kod 1]
// Eliminacja alokacji w gorącej ścieżce
// Źle — nowe obiekty per-frame:
fun onDraw(canvas: Canvas) {
    val paint = Paint() // ← alokacja per-klatka!
    val rect  = RectF() // ← i to też!
    canvas.drawRect(rect, paint)
}
// Dobrze — obiekty per-instance:
class MyView(ctx: Context) : View(ctx) {
    private val paint = Paint().apply {
        color = Color.RED
        style = Paint.Style.FILL
    }
    private val rect = RectF()
    override fun onDraw(canvas: Canvas) {
        rect.set(0f, 0f, width.f, height.f)
        canvas.drawRect(rect, paint)
        // Zero alokacji w gorącej ścieżce!
    }
}
[Kod 2]
// Sprawdzenie rozmiaru heap w runtime
fun debugMemoryState() {
    val runtime = Runtime.getRuntime()
    val heapUsed = (runtime.totalMemory() -
        runtime.freeMemory()) / 1_048_576L
    val actManager = getSystemService(
        ActivityManager::class.java)
    val memInfo = ActivityManager.MemoryInfo()
    actManager?.getMemoryInfo(memInfo)
    Log.d("MEM", buildString {
        appendLine("Heap used: ${heapUsed}MB")
        appendLine("System free: " +
            "${memInfo.availMem / 1_048_576L}MB")
        appendLine("Low memory: ${memInfo.lowMemory}")
    })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17 (Zarządzanie energią).
Opis:
• Bateria to ograniczony zasób, który OS zarządza agresywnie od Android 6.0. Aplikacja musi współpracować z systemem — używać kontraktów API zamiast walczyć z ograniczeniami.
• Doze Mode (Android 6.0+)
• Gdy ekran wyłączony + nieruchomy + niepodłączony: system przechodzi w Doze. Kolejne okna «maintenance windows» (1h, 2h, 4h…). Podczas Doze: brak sieci, brak CPU wakeups, brak JobScheduler, brak synców. Tylko FCM high-priority messages przechodzą.
• App Standby (Android 6.0+)
• Aplikacja nieużywana przez użytkownika X dni → przechodzą do Standby. Bucket: Active &gt; Working Set &gt; Frequent &gt; Rare &gt; Restricted (Android 12+). Im niższy bucket, tym rzadsze okna sieciowe i job execution.
• WakeLock — trzymanie CPU aktywnym
• PowerManager.WakeLock.acquire() zapobiega przejściu CPU w sleep. Wymaga uprawnienia android.permission.WAKE_LOCK. PARTIAL_WAKE_LOCK: CPU aktywny, ekran może być wyłączony. NIGDY nie zapomnij release() — wyczerpie baterię. Preferuj WorkManager.
• WorkManager — prawidłowe background tasks
• Jetpack WorkManager: contractor z systemem dla gwarantowanego wykonania. OneTimeWorkRequest, PeriodicWorkRequest (min. 15 min). Constraints: requiresNetwork, requiresCharging, requiresBatteryNotLow. Działa przez JobScheduler (API 23+) lub AlarmManager (starsze).
• Battery Historian — analiza
• Google Battery Historian: narzędzie do analizy zrzutu baterii (adb bugreport). Wizualizacja: które procesy/wakelocki zjadają baterię. Wakelock &gt;1s bez aktywności użytkownika = czerwona flaga.
• iOS Background App Refresh
• Tryb background fetch: system budzi aplikację co ~15 min (zależy od zachowania użytkownika i stanu sieci). Background Processing Task: do 30 sekund obliczeń. Background URLSession: pobieranie przez system. Silent push notification: budzenie na żądanie.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18 (WorkManager i JobScheduler — kod).
Opis:
• Exact Alarms — kiedy wolno
• Android 12+: SCHEDULE_EXACT_ALARM wymaga uprawnienia i może być cofnięte przez użytkownika. Dozwolone: alarmy kalendarza, przypomnienia o lekach, budziki. Niedozwolone: background sync, telemetria. Użyj inexact alarms (WorkManager) dla synchronizacji.
• Foreground Service Restrictions
• Android 14: ForegroundService wymaga deklaracji foregroundServiceType (camera, location, mediaPlayback, phoneCall itp.). ForegroundService z długim czasem pracy bez user interaction może zostać zatrzymany przez Restricted Standby Bucket.
Fragmenty kodu / poleceń:
[Kod 1]
// WorkManager — prawidłowe zadanie w tle
class SyncWorker(
    ctx: Context,
    params: WorkerParameters
) : CoroutineWorker(ctx, params) {
    override suspend fun doWork(): Result {
        return try {
            // Maksymalnie 10 minut wykonania
            val data = repository.syncFromServer()
            // Przekaż wynik do następnego workera:
            val output = workDataOf(
                "rows_synced" to data.count)
            Result.success(output)
        } catch (e: IOException) {
            // Retry (do 3 razy z exponential backoff):
            if (runAttemptCount &lt; 3) Result.retry()
            else Result.failure()
        }
    }
}
// Rejestracja z constraints:
val request = PeriodicWorkRequestBuilder&lt;SyncWorker&gt;(
    repeatInterval = 4, TimeUnit.HOURS
).setConstraints(
    Constraints.Builder()
        .setRequiredNetworkType(NetworkType.UNMETERED)
        .setRequiresBatteryNotLow(true)
        .build()
).setBackoffCriteria(BackoffPolicy.EXPONENTIAL,
    Duration.ofMinutes(15))
.build()
WorkManager.getInstance(context).enqueueUniquePeriodicWork(
    "sync", ExistingPeriodicWorkPolicy.KEEP, request
)
[Kod 2]
// iOS — BGTaskScheduler
import BackgroundTasks
// 1. Rejestracja w AppDelegate (lub App init):
BGTaskScheduler.shared.register(
    forTaskWithIdentifier:
        "com.example.refresh",
    using: nil
) { task in
    handleRefresh(task as! BGAppRefreshTask)
}
// 2. Harmonogramowanie (np. przy przejściu w bg):
func scheduleRefresh() {
    let request = BGAppRefreshTaskRequest(
        identifier: "com.example.refresh")
    request.earliestBeginDate = Date(
        timeIntervalSinceNow: 15 * 60)
    try? BGTaskScheduler.shared.submit(request)
}
// 3. Obsługa zadania:
func handleRefresh(_ task: BGAppRefreshTask) {
    scheduleRefresh() // Zaplanuj kolejne
    let operation = SyncOperation()
    task.expirationHandler = {
        operation.cancel() // ~30s limit!
    }
    operation.completionBlock = {
        task.setTaskCompleted(
            success: !operation.isCancelled)
    }
    OperationQueue.main.addOperation(operation)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19 (System plików i dane aplikacji).
Opis:
• Prywatna przestrzeń aplikacji
• Scoped Storage (Android 10+)
• Ograniczenie dostępu do MediaStore i Storage Access Framework. Aplikacja bez uprawnienia READ_MEDIA_* widzi tylko SWOJE pliki w MediaStore. MANAGE_EXTERNAL_STORAGE (specjalne, tylko file managers). Cel: eliminacja «pliku śmietnikowego» na /sdcard.
• EncryptedSharedPreferences
• Jetpack Security: klucz AES-256-GCM z Android Keystore. Transparentne szyfrowanie: EncryptedSharedPreferences.create(). Klucz przechowywany w Secure Enclave / TEE (Trusted Execution Environment) — niedostępny nawet przez root.
• iOS — Data Containers
Fragmenty kodu / poleceń:
[Kod 1]
Android: /data/data/{packageName}/. Katalogi: files/ (Context.getFilesDir()), cache/ (getCacheDir()), databases/, shared_prefs/. Dostępne TYLKO dla tej aplikacji. Brak uprawnień READ_EXTERNAL_STORAGE dla tych ścieżek.
[Kod 2]
iOS: /var/mobile/Containers/Data/Application/{UUID}/. Katalogi: Documents/ (backupowany), Library/ (brak backupu, Cache/, Preferences/), tmp/ (usuwany przez OS). Dostęp przez NSFileManager / URL API. Brak bezpośrednich ścieżek stringowych.
[Kod 3]
// Prawidłowy dostęp do Storage Android 10+
// Odczyt własnych plików:
val file = File(filesDir, "data.json")
// Zapis do MediaStore (obrazy):
val values = ContentValues().apply {
    put(MediaStore.Images.Media.DISPLAY_NAME,
        "photo.jpg")
    put(MediaStore.Images.Media.MIME_TYPE,
        "image/jpeg")
    // Bez RELATIVE_PATH → domyślna lokalizacja
    put(MediaStore.Images.Media.RELATIVE_PATH,
        "Pictures/MyApp")
}
val uri = contentResolver.insert(
    MediaStore.Images.Media.EXTERNAL_CONTENT_URI,
    values)
uri?.let { contentResolver.openOutputStream(it) }
    ?.use { stream -&gt; bitmap.compress(
        Bitmap.CompressFormat.JPEG, 90, stream) }
// Wybór pliku przez SAF (Storage Access Framework):
val intent = Intent(Intent.ACTION_OPEN_DOCUMENT)
intent.type = "application/pdf"
startActivityForResult(intent, REQUEST_CODE)
[Kod 4]
// EncryptedSharedPreferences — szyfrowane prefs
val masterKey = MasterKey.Builder(context)
    .setKeyScheme(MasterKey.KeyScheme.AES256_GCM)
    .build()
val encryptedPrefs = EncryptedSharedPreferences.create(
    context,
    "secure_prefs",
    masterKey,
    EncryptedSharedPreferences.PrefKeyEncryptionScheme
        .AES256_SIV,
    EncryptedSharedPreferences.PrefValueEncryptionScheme
        .AES256_GCM
)
// Użycie identyczne jak SharedPreferences:
encryptedPrefs.edit()
    .putString("auth_token", token)
    .apply()
val token = encryptedPrefs.getString(
    "auth_token", null)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20 (Room, SQLite, DataStore).
Opis:
• SQLite on mobile
• SQLite jest wbudowany w Android i iOS. Room (Android) / CoreData (iOS) to ORM-y nad SQLite. SQLite używa WAL (Write-Ahead Logging) dla równoczesnych odczytów. Baza danych jako plik w prywatnej przestrzeni aplikacji — szyfrowanie przez SQLCipher lub EncryptedRoom.
• Migracje bazy danych
Fragmenty kodu / poleceń:
[Kod 1]
// Room — ORM nad SQLite dla Android
@Entity(tableName = "tasks")
data class TaskEntity(
    @PrimaryKey(autoGenerate = true)
    val id: Long = 0,
    val title: String,
    val isCompleted: Boolean = false,
    val createdAt: Long = System.currentTimeMillis()
)
@Dao
interface TaskDao {
    // Flow → automatyczne powiadomienia o zmianach
    @Query("SELECT * FROM tasks ORDER BY createdAt DESC")
    fun observeAll(): Flow&lt;List&lt;TaskEntity&gt;&gt;
    @Insert(onConflict = OnConflictStrategy.REPLACE)
    suspend fun insert(task: TaskEntity): Long
    @Delete
    suspend fun delete(task: TaskEntity)
}
@Database(entities = [TaskEntity::class], version = 1)
abstract class AppDatabase : RoomDatabase() {
    abstract fun taskDao(): TaskDao
}
// Singleton:
val db = Room.databaseBuilder(
    context, AppDatabase::class.java, "tasks.db"
).fallbackToDestructiveMigration().build()
[Kod 2]
// Proto DataStore — structured, typed storage
// Zastępuje SharedPreferences
// Proto schema (user_prefs.proto):
// message UserPrefs {
//   bool dark_mode = 1;
//   string language = 2;
//   int32 font_size = 3;
// }
// DataStore instance (singleton):
val Context.userPrefsDataStore by dataStore(
    fileName = "user_prefs.pb",
    serializer = UserPrefsSerializer
)
// Odczyt (Flow):
val prefsFlow: Flow&lt;UserPrefs&gt; =
    context.userPrefsDataStore.data
// Zapis:
suspend fun setDarkMode(enabled: Boolean) {
    context.userPrefsDataStore.updateData { prefs -&gt;
        prefs.toBuilder()
            .setDarkMode(enabled)
            .build()
    }
}
// Proto DataStore &gt; SharedPreferences:
// - Typowany, nie String klucze
// - Atomowy zapis, bezpieczny multi-thread
// - Schema evolution przez proto
[Kod 3]
Room: Migration(from=1, to=2) { db -&gt; db.execSQL("ALTER TABLE...") }. Bez migracji: fallbackToDestructiveMigration() usuwa dane. iOS CoreData: NSMappingModel, NSMigrationManager. Zawsze testuj migracje na danych produkcyjnych przed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21 (Model bezpieczeństwa).
Opis:
• Bezpieczeństwo mobilnego OS to wielowarstwowy system: Secure Boot, podpisy kryptograficzne, izolacja procesów, kontrola uprawnień, Trusted Execution Environment. Każda warstwa jest niezależna — kompromis jednej nie pokonuje całości.
• Podpisy kryptograficzne APK/IPA
• Android: każde APK podpisane kluczem RSA 2048 / ECDSA (p256). Weryfikacja przy instalacji i aktualizacji. APK Signature Scheme v3/v4 (lineage of trust). iOS: IPA podpisany certyfikatem Apple Developer. Code Signature = Mach-O hash tree.
• Verified Boot / Secure Boot
• Android: dm-verity weryfikuje /system i /vendor przy każdym boot. Modyfikacja = boot failure lub tryb warning. Rollback Protection: nonce w TEE. iOS: Secure Boot Chain: każdy etap bootloadera weryfikowany przez Apple Root CA.
• SELinux w Androidzie
• Security-Enhanced Linux: mandatory access control (MAC). Każdy proces ma kontekst SELinux (u:r:untrusted_app:s0). Polityka: Type Enforcement reguły definiują co może czytać/pisać/wykonywać. enforcing mode — naruszenia = blokada operacji + audit log.
• Secure Enclave / TrustZone
• ARM TrustZone: izolowany świat sprzętowy (Trusted World) obok normalnego. Apple Secure Enclave: osobny procesor (T1/T2 na Mac, wbudowany w A/M chip na iOS). Przechowuje: klucze biometryczne, klucze szyfrowania dysku, Apple Pay dane.
• Play Integrity API
• Zastąpił SafetyNet od 2024. Weryfikuje integralność urządzenia i aplikacji: BASIC (bootloader OK), DEVICE (certyfikowane przez Google), STRONG (najsilniejsze). Odpowiedź = JWT podpisany przez Google. Używane przez banking apps, streaming.
• iOS App Transport Security (ATS)
• Wymusza HTTPS dla wszystkich połączeń sieciowych. TLS 1.2+ minimalne. Certyfikat: SHA-256, 2048-bit RSA lub 256-bit ECC. Wyjątki w Info.plist (NSAllowsArbitraryLoads) wymagają uzasadnienia przy review App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22 (Bezpieczeństwo — kod i ataki).
Opis:
• Content Provider security
• ContentProvider: android:exported + android:permission. URI permission grants: grantUriPermission() dla jednorazowego dostępu. FileProvider: bezpieczne udostępnianie plików zamiast content:// URI z pełnym dostępem. Zawsze waliduj parametry zapytań w ContentProvider.
• Tapjacking i overlay attacks
• Atak: malicious app rysuje overlay nad Twoją aplikacją (transparentny) → przechwytuje kliknięcia. Ochrona: FLAG_SECURE (blokuje screenshots + overlay), android:filterTouchesWhenObscured=true (ignoruje kliknięcia z overlay). Wymagane dla wrażliwych przycisków (płatności).
• Certificate Pinning
• Weryfikacja certyfikatu serwera przez hash publicznego klucza. OkHttp: CertificatePinner. iOS: URLSession + NSURLSessionDelegate. Ochrona przed MITM nawet z self-signed cert w CA. UWAGA: backup pins i rotacja klucza serwera = konieczność aktualizacji aplikacji.
Fragmenty kodu / poleceń:
[Kod 1]
// Intent Hijacking — atak przez implicit Intent
// NIEBEZPIECZNIE (podatne na hijacking):
val intent = Intent("com.example.ACTION_PAYMENT")
// Dowolna aplikacja może zarejestrować się
// jako handler tego implicit intentu!
startActivity(intent) // ← NIEBEZPIECZNE
// BEZPIECZNIE — explicit intent:
val safeIntent = Intent(
    context, PaymentActivity::class.java)
startActivity(safeIntent) // ← tylko konkretna klasa
// Eksportowanie komponentów — android:exported
// AndroidManifest.xml:
// &lt;activity android:exported="false"/&gt;
// = niedostępna dla innych aplikacji
// &lt;activity android:exported="true"/&gt;
// = dostępna — MUST mieć permission check
// Permission check w komponencie:
override fun onStartCommand(
    intent: Intent?, flags: Int, startId: Int): Int {
    if (checkCallingPermission(
            "com.example.PRIVATE_PERMISSION")
        != PackageManager.PERMISSION_GRANTED) {
        throw SecurityException("No permission")
    }
    // ...
}
[Kod 2]
// SQL Injection — prawidłowe parametryzowanie
// NIEBEZPIECZNIE (SQL injection):
val query = "SELECT * FROM users WHERE id = $userId"
db.rawQuery(query, null) // ← PODATNE!
// BEZPIECZNIE — parametryzowane zapytanie:
val cursor = db.rawQuery(
    "SELECT * FROM users WHERE id = ?",
    arrayOf(userId.toString())
) // ← bezpieczne: userId jest escaped
// Room automatycznie parametryzuje:
@Query("SELECT * FROM users WHERE id = :userId")
suspend fun getUser(userId: Long): UserEntity
// Logowanie — NIE loguj danych wrażliwych:
// Źle:
Log.d("AUTH", "Token: $authToken") // ← token w logach!
// Dobrze:
Log.d("AUTH", "Token: ${authToken.take(4)}***")
// Albo: BuildConfig.DEBUG guard
if (BuildConfig.DEBUG) Log.d("AUTH", "...")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23 (Uprawnienia i polityki dostępu).
Opis:
• Grupy uprawnień Android
• Android grupuje permissions: READ_CONTACTS + WRITE_CONTACTS = grupa CONTACTS. Przyznanie jednego z grupy = automatyczne przyznanie całej grupy (do Android 12). Android 13+: READ_MEDIA_IMAGES, READ_MEDIA_VIDEO, READ_MEDIA_AUDIO oddzielnie (zamiast READ_EXTERNAL_STORAGE).
• One-time Permissions (Android 11+)
• LOCATION, CAMERA, MICROPHONE: uprawnienie przyznawane jednorazowo. Po opuszczeniu aplikacji → cofnięte. Kolejne uruchomienie = ponowny request. Cel: minimalizacja ciągłego dostępu do wrażliwych zasobów. UX: wyraźnie komunikuj potrzebę uprawnienia w kontekście użycia.
• Privacy Manifest (iOS 17+)
• Apple wymaga PrivacyManifest.xcprivacy deklarującego: używane API (NSPrivacyAccessedAPITypes), zbierane dane (NSPrivacyCollectedDataTypes), tracking domains. Od maja 2024: obowiązkowy dla nowych aplikacji. Biblioteki third-party też muszą go dostarczać.
• Auto-reset Permissions (Android 11+)
• Aplikacje nieużywane przez kilka miesięcy mają automatycznie cofane runtime permissions (CAMERA, LOCATION, MICROPHONE). App może zwrócić się o wyłączenie auto-reset (PackageManager.isAutoRevokeWhitelisted()). Cel: minimalizacja stałych dostępów.
Fragmenty kodu / poleceń:
[Kod 1]
// Runtime Permissions — prawidłowy flow
class CameraActivity : AppCompatActivity() {
    private val requestPermission =
        registerForActivityResult(
            RequestPermission()
        ) { isGranted -&gt;
            if (isGranted) {
                startCamera()
            } else {
                // Sprawdź czy użytkownik wybrał "Never ask again"
                if (!shouldShowRequestPermissionRationale(
                        Manifest.permission.CAMERA)) {
                    // "Don't ask again" zaznaczone
                    // → przekieruj do ustawień aplikacji
                    openAppSettings()
                } else {
                    showPermissionRationale()
                }
            }
        }
    fun onUserClickCamera() {
        when (checkSelfPermission(Manifest.permission.CAMERA)) {
            PERMISSION_GRANTED -&gt; startCamera()
            else -&gt; requestPermission.launch(
                Manifest.permission.CAMERA)
        }
    }
}
[Kod 2]
// iOS Permission — AVCaptureDevice
import AVFoundation
func requestCameraPermission() {
    switch AVCaptureDevice.authorizationStatus(
        for: .video) {
    case .authorized:
        startCamera()
    case .notDetermined:
        AVCaptureDevice.requestAccess(for: .video) {
            granted in
            DispatchQueue.main.async {
                if granted { self.startCamera() }
                else { self.showDeniedAlert() }
            }
        }
    case .denied, .restricted:
        // Przekieruj do Ustawień iOS
        UIApplication.shared.open(
            URL(string: UIApplication
                .openSettingsURLString)!)
    @unknown default: break
    }
}
// Wymagany wpis w Info.plist:
// NSCameraUsageDescription: "Opis powodu"
// Brak opisu = crash przy uruchomieniu!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24 (Sandbox i izolacja).
Opis:
• UID Isolation — podstawa sandboxu
• Każda aplikacja Android: UID w zakresie 10000–19999. Pliki własne aplikacji: owned by jej UID. Inne aplikacje = inny UID → brak dostępu przez filesystem. Shared UID (android:sharedUserId) umożliwia współdzielenie — deprecated od API 29.
• SELinux Type Enforcement
• seccomp-bpf — filtrowanie syscalli
• Seccomp (Secure Computing) ogranicza syscalle dostępne dla procesu. Android: aplikacja może wywołać ~100 syscalli (z 350+). Blokowane: ptrace (debugging), personality, module_load. Naruszenie → SIGSYS. Implementacja przez BPF program w kernelu.
• iOS Sandbox — Entitlements
• iOS sandbox zdefiniowany przez entitlements (XML w Mach-O). Entitlement = capability: com.apple.developer.healthkit, com.apple.developer.push-notifications. App Store review weryfikuje każde entitlement. Brak entitlement = API zwraca błąd. JIT (JavaScript): specjalny entitlement.
• Shared Memory — ograniczenia
• Android: Ashmem (Anonymous Shared Memory) przez fd. Binder duże bufory: mmap + fd transfer. Brak bezpośredniego cross-app shared memory bez Binder mediation. iOS: app groups + NSUserDefaults suite; memory mapping przez mmap z shared container (App Extension).
• ASLR — Address Space Layout Randomization
• Randomizacja adresów: stack, heap, biblioteki losowane przy każdym uruchomieniu. Utrudnia exploity (np. ROP - Return Oriented Programming). Android 64-bit: ASLR entropy 28 bits (przestrzeń adresowa 4TB). iOS: PIE (Position Independent Executable) + ASLR.
• UID isolation
• Filesystem level
• SELinux MAC
• Kernel level
• seccomp-bpf
• Syscall level
Fragmenty kodu / poleceń:
[Kod 1]
Każdy plik, proces, gniazdo ma kontekst SELinux: user:role:type:level. Reguły: allow untrusted_app app_data_file:file {read write}. Android: dodaje ~250KB reguł do kernela. avc: denied = błąd SELinux w dmesg. Tryb: enforcing (produkcja) vs permissive (debug).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25 (Runtime ART).
Opis:
• ART to środowisko wykonawcze Androida od wersji 5.0. Zastąpiło Dalvik VM. Łączy AOT (Ahead-of-Time) compilation z JIT (Just-in-Time) i profilowaniem dla optymalnej wydajności.
• DEX → Native pipeline
• Kotlin/Java → .class → dex2oat → .dex + .oat (native). Instalacja: dex2oat kompiluje krytyczne metody AOT. Pierwsze uruchomienie: interpreter + JIT profiluje hot metody. Background: dexopt re-kompiluje z profilem (Cloud Profiles od Android 9).
• Profil-guided compilation
• ART zbiera profil JIT (hot methods, class loading paths) w /data/misc/profiles/. Daemon background dexopt re-kompiluje z profilem gdy urządzenie ładowane + idle. Efekt: 20-40% szybszy start po 1-2 dniach używania. Cloud Profiles: Google Play dostarcza profile przed instalacją.
• Generational Concurrent Copying GC
• Heap: Young Space (eden + semi-space) + Old Space (large objects). Minor GC: kopia żywych obiektów z Young do Old → bardzo krótka pauza (&lt;5ms). Major GC: concurrent marking z stop-the-world tylko do fixup refs (~10-50ms). Cel: min. pauz w UI.
• Bionic libc
• Własna libc Apple Androida (nie glibc). Mniejszy footprint: ~1MB vs ~3MB glibc. Wbudowane pthreads, math. Brak wsparcia dla POSIX message queues (mq_open). Brak locales (setlocale). Własny dynamic linker: linker64 (obsługuje RELR relocations).
• LLVM AOT w iOS
• Swift → LLVM IR → ARMv8 native. Zero interpreter — zawsze natywny kod. ARC (Automatic Reference Counting) wpleciony przez kompilator w każdą operację na obiekcie (retain/release). Brak GC pauz = deterministyczna latencja. Wadą: dłuższy czas kompilacji.
• JIT vs AOT — trade-offs
• AOT: szybki start (metody już skompilowane), duże pliki .oat (~20% więcej miejsca), wolna instalacja. JIT: szybka instalacja, wolniejszy start (kompilacja runtime), adaptuje się do wzorców użycia. ART hybryd: instalacja JIT → background AOT z profilem = best of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26 (ART — profilowanie i optymalizacja startu).
Opis:
• Cold Start
• Nowy proces (kill → start) — najwolniejszy. Cel Android: &lt;500ms. Baseline Profile skraca o 30-40%.
• Warm Start
• Proces żyje, Activity odtworzona (np. obrót ekranu). Szybszy: brak fork Zygote. ~200ms.
• Hot Start
• App widoczna po przywołaniu z background (onResume). Najszybszy: tylko render. &lt;100ms.
Fragmenty kodu / poleceń:
[Kod 1]
// App Startup — pomiar i optymalizacja
// Mierzenie czasu startu:
// adb shell am start -W com.example.app/.MainActivity
// ThisTime: czas Activity
// TotalTime: czas procesu + Activity
// WaitTime: systemowy czas od żądania
// Baseline Profiles — ręczne wskazanie hot paths
// (generowane przez Macrobenchmark):
@ExperimentalBaselineProfilesApi
class BaselineProfileGenerator {
    @get:Rule val rule = BaselineProfileRule()
    @Test
    fun generate() = rule.collect(
        packageName = "com.example.app"
    ) {
        startActivityAndWait()
        // Symuluj typowy flow użytkownika:
        device.findObject(By.text("Products")).click()
        device.waitForIdle()
        device.findObject(By.text("Details")).click()
    }
}
// Efekt: klasy i metody z cold start path
// pre-kompilowane AOT → 30-40% szybszy start
[Kod 2]
// Lazy initialization — opóźnione tworzenie
// Źle — wszystko w onCreate():
class MyApp : Application() {
    val db = buildDatabase()       // ← za wcześnie!
    val analytics = initAnalytics() // ← za wcześnie!
    val imageLoader = buildGlide()  // ← za wcześnie!
}
// Dobrze — lazy() + App Startup library:
class MyApp : Application() {
    val db: AppDatabase by lazy { buildDatabase() }
    val imageLoader: ImageLoader by lazy {
        buildGlide()
    }
    // App Startup: komponenty inicjowane
    // tylko gdy potrzebne przez Initializer
}
// Macrobenchmark — pomiar cold/warm/hot start:
@LargeTest class StartupBenchmark {
    @get:Rule val benchmarkRule = MacrobenchmarkRule()
    @Test
    fun coldStart() = benchmarkRule.measureRepeated(
        packageName = "com.example.app",
        metrics = listOf(StartupTimingMetric()),
        iterations = 5,
        startupMode = StartupMode.COLD
    ) { startActivityAndWait() }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27 (IPC — Binder).
Opis:
• Binder to IPC mechanism Android — sterownik kernela umożliwiający komunikację między procesami z weryfikacją tożsamości. Każde wywołanie systemowego API (Bluetooth, WiFi, lokalizacja) to wywołanie Bindera.
• AIDL
• Binder Transaction Overhead
• Każde wywołanie Binder: marshal → kernel → demarshal. Narzut: ~10-50μs dla małych danych. Duże dane (Bitmap, audio): przez ashmem fd (zero-copy mmap). Ogranicz częstotliwość wywołań Binder w hot paths (nie w onDraw).
• Intent jako lightweight IPC
• Intent (implicit/explicit) przez ActivityManagerService (Binder pod spodem). Explicit: bezpieczne, konkretna klasa. Implicit: niebezpieczne bez signature permission. LocalBroadcastManager (deprecated) → zastąpiony przez Flow/LiveData dla in-process communication.
• XPC — iOS IPC
• XPC Services: lightweight launchd-managed procesy dla background work. NSXPCConnection + NSXPCInterface. Błąd w XPC usłudze → tylko ta usługa crasha, nie cała aplikacja. Używane przez: WebKit (każda karta = osobny XPC proc), iMessage, Photos processing.
Fragmenty kodu / poleceń:
[Kod 1]
// AIDL — Android Interface Definition Language
// Plik: ITaskService.aidl
package com.example;
// Parcelable transfer przez Binder:
parcelable Task;
interface ITaskService {
    // Synchroniczne wywołanie przez Binder:
    List&lt;Task&gt; getTasks();
    void addTask(in Task task);
    void deleteTask(int taskId);
    // One-way (asynchroniczne, brak return):
    oneway void syncInBackground();
    // Callback z powrotem do klienta:
    void registerCallback(ITaskCallback callback);
}
// ITaskCallback.aidl:
interface ITaskCallback {
    oneway void onTaskAdded(in Task task);
    oneway void onSyncCompleted(int count);
}
[Kod 2]
// Implementacja Binder Service po stronie serwera:
class TaskService : Service() {
    private val binder = object : ITaskService.Stub() {
        override fun getTasks(): List&lt;Task&gt; {
            // Weryfikacja wywołującego:
            val callerUid = Binder.getCallingUid()
            if (!isAuthorized(callerUid))
                throw SecurityException("Unauthorized")
            return taskRepository.getAll()
        }
        override fun addTask(task: Task) {
            enforceCallingPermission(
                "com.example.WRITE_TASKS",
                "Need WRITE_TASKS permission")
            taskRepository.add(task)
        }
        override fun syncInBackground() {
            // oneway = ten wątek Bindera wolny
            launchSync()
        }
    }
    override fun onBind(intent: Intent) = binder
}
// Klient:
// val service = ITaskService.Stub.asInterface(binder)
// service.getTasks() → Binder call → IPC → 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28 (Intenty, BroadcastReceiver, ContentProvider).
Opis:
• Intent — mechanizm komunikacji
• Intent = wiadomość z akcją (ACTION_VIEW), danymi (URI) i extras. Explicit: new Intent(ctx, TargetActivity.class). Implicit: system wybiera handler przez PackageManager → Intent Resolution. Pending Intent: delegowany intent dla alarmów, notyfikacji, widgetów.
• BroadcastReceiver — zdarzenia systemowe
• Reaguje na systemowe eventy: BOOT_COMPLETED, BATTERY_LOW, CONNECTIVITY_CHANGE, SMS_RECEIVED. Static (Manifest): odbiorca może być uruchomiony nawet gdy aplikacja nieaktywna (z ograniczeniami API 26+). Dynamic (registerReceiver): żyje z aktywnością/serwisem.
• Ordered vs Normal Broadcast
• Normal: wysyłany do wszystkich równolegle. Ordered: seria — każdy odbiorca może modyfikować lub przerwać. PendingIntent: enkapsuluje Intent z tożsamością nadawcy — system może wysłać w imieniu aplikacji (Notification, AlarmManager).
• ContentProvider — ustrukturyzowany dostęp
• CRUD przez URI: content://com.example.provider/tasks/42. ContentResolver po stronie klienta. CursorLoader dla async. MediaStore, ContactsProvider, CallLog, CalendarProvider to systemowe ContentProviders. FileProvider: bezpieczne file sharing.
Fragmenty kodu / poleceń:
[Kod 1]
// BroadcastReceiver — poprawna rejestracja
// (static receivers mają ograniczenia od API 26)
// Dynamic receiver (rejestracja w Activity):
class MyActivity : AppCompatActivity() {
    private val receiver = object : BroadcastReceiver() {
        override fun onReceive(
            ctx: Context, intent: Intent) {
            when (intent.action) {
                Intent.ACTION_BATTERY_LOW -&gt;
                    pauseSync()
                ConnectivityManager.CONNECTIVITY_ACTION -&gt;
                    refreshNetworkState()
            }
        }
    }
    override fun onStart() {
        super.onStart()
        val filter = IntentFilter().apply {
            addAction(Intent.ACTION_BATTERY_LOW)
            addAction(ConnectivityManager.CONNECTIVITY_ACTION)
        }
        // API 33+: RECEIVER_NOT_EXPORTED dla bezpieczeństwa
        registerReceiver(receiver, filter,
            Context.RECEIVER_NOT_EXPORTED)
    }
    override fun onStop() {
        super.onStop()
        unregisterReceiver(receiver) // ← zawsze!
    }
}
[Kod 2]
// PendingIntent — delegowany intent
// Dla NotificationManager:
val intent = Intent(this, MainActivity::class.java)
    .apply { flags = Intent.FLAG_ACTIVITY_SINGLE_TOP }
val pendingIntent = PendingIntent.getActivity(
    this, 0, intent,
    PendingIntent.FLAG_UPDATE_CURRENT or
    PendingIntent.FLAG_IMMUTABLE // ← wymagane API 31+
)
// Notyfikacja z akcją:
val notification = NotificationCompat.Builder(
    this, CHANNEL_ID)
    .setContentTitle("Sync complete")
    .setSmallIcon(R.drawable.ic_sync)
    .setContentIntent(pendingIntent)
    .setAutoCancel(true)
    .build()
notificationManager.notify(1, notification)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29 (Cykl życia aplikacji).
Opis:
• OS może zatrzymać lub zniszczyć aplikację w dowolnym momencie. Stan musi być zapisywany deterministycznie — użytkownik nie może odczuć różnicy między «zamrożoną» a «odtworzoną» aplikacją.
• onCreate()
• Inicjalizacja: layout inflation, ViewModel, data binding. NIE: sieć, kamera, ciężkie operacje.
• onStart()
• Activity widoczna ale nie-fokusowana. Rejestracja sensorów z niskim priorytetem.
• onResume()
• Activity na pierwszym planie. Ekskluzywne zasoby: kamera, mikrofon. Animacje. Czas: RUNNING.
• onPause()
• Inna Activity przechodzi na front. Krótki callback — NIE wykonuj ciężkich zadań. Zwolnij zasoby ekskluzywne.
• onStop()
• Activity niewidoczna. Zapisz do ViewModel/Room. System może zniszczyć bez onDestroy.
• onDestroy()
• Ostatni callback. Zwolnij niepamiętane zasoby. viewModelScope automatycznie cancelled.
Fragmenty kodu / poleceń:
[Kod 1]
// ViewModel survives configuration changes (obrót, split-screen)
class TaskListViewModel : ViewModel() {
    private val _tasks = MutableStateFlow&lt;List&lt;Task&gt;&gt;(emptyList())
    val tasks: StateFlow&lt;List&lt;Task&gt;&gt; = _tasks.asStateFlow()
    // onCleared() wywoływany gdy Activity finalnie zniszczona (back pressed)
    override fun onCleared() { super.onCleared() } // cleanup
}
// SavedStateHandle — survives process death (OS kill w tle)
class DetailViewModel(private val state: SavedStateHandle) : ViewModel() {
    var taskId: Int by state.saveable() // serialized do Bundle → OS persists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30 (iOS Lifecycle i SwiftUI).
Opis:
• UIApplication States
• Not Running → Inactive → Active → Background (5s) → Suspended. System może przejść z Suspended bezpośrednio do Not Running (bez callback). applicationWillTerminate() nie jest gwarantowane — stan MUSI być zapisany wcześniej (w scenePhase.background).
• State Restoration iOS
• UIStateRestoration: kodowanie/dekodowanie stanu widoków. SwiftUI: @SceneStorage dla prostych wartości (wbudowany). NSUserActivity (Handoff, Spotlight, Quick Note). CoreData context saved state. iOS 15+: UIScene.StateRestorationActivity.
• App Extension Lifecycle
• Extensions (Widget, Share, Today, Notification): osobny proces, ograniczona pamięć (~120MB), brak UIApplication. Komunikacja z App: App Groups (NSUserDefaults suite, FileManager shared container). WidgetKit: Timeline provider + refresh policy.
Fragmenty kodu / poleceń:
[Kod 1]
// UIKit — UIViewController lifecycle
class MyViewController: UIViewController {
    // Pierwsza inicjalizacja widoku
    override func viewDidLoad() {
        super.viewDidLoad()
        setupUI()
        setupBindings()
    }
    // Widok pojawia się na ekranie
    override func viewWillAppear(_ animated: Bool) {
        super.viewWillAppear(animated)
        startUpdates() // np. sensory, timery
    }
    // Widok znika z ekranu
    override func viewWillDisappear(_ animated: Bool) {
        super.viewWillDisappear(animated)
        stopUpdates() // zwolnij zasoby
    }
    // Zarządzanie pamięcią:
    override func didReceiveMemoryWarning() {
        super.didReceiveMemoryWarning()
        clearImageCache()
        // iOS odpowiednik onTrimMemory()
    }
}
[Kod 2]
// SwiftUI — lifecycle przez ScenePhase
@main struct MyApp: App {
    @Environment(\.scenePhase) var scenePhase
    var body: some Scene {
        WindowGroup {
            ContentView()
        }
        .onChange(of: scenePhase) { newPhase in
            switch newPhase {
            case .active:
                // App na pierwszym planie
                startSensors()
            case .inactive:
                // Przejście (app switcher, call)
                pauseAnimations()
            case .background:
                // App w tle — max 5s przed suspend
                saveState()
                scheduleBackgroundTask()
            @unknown default: break
            }
        }
    }
}
// StateObject — odpowiednik ViewModel (SwiftUI)
struct ContentView: View {
    @StateObject var viewModel = TaskViewModel()
    // @StateObject survives view re-renders
    // @ObservedObject NIE survives (zewnętrzny)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31 (Background Execution).
Opis:
• Nowoczesne OS drastycznie ograniczają background execution dla oszczędności baterii. Długotrwałe zadania wymagają explicite kontraktu z systemem — w przeciwnym razie są przerywane.
• Background Execution Limits (API 26+)
• Aplikacje w tle NIE mogą: startować serwisów w tle (startService() → IllegalStateException), rejestrować implicit BroadcastReceivers w Manifeście dla większości akcji. Wyjątki: alarm, telefon, SMS, boot completed. Zawsze sprawdź dokumentację Background limitations.
• ForegroundService — widoczny serwis
• Service z aktywną notyfikacją (widoczną przez użytkownika). Wymagana FOREGROUND_SERVICE permission. Android 14: obowiązkowy typ (dataSync, mediaPlayback, location itp.). System nie ubija FG serwisu (chyba że Restricted bucket lub thermal throttling). Max czas nieokreślony, ale bateria jest monitorowana.
• WorkManager — guaranteed execution
• Gwarantowane wykonanie nawet po restarcie urządzenia. Leniwe: system decyduje kiedy uruchomić (z uwzględnieniem baterii, sieci, ładowania). Constraints: requiresNetworkType, requiresCharging, requiresStorageNotLow, requiresDeviceIdle. ROOM dla persistence zadań.
• JobScheduler (API 21+)
• Bezpośredni predecessor WorkManager (API niżej w stacku). Batched execution: OS grupuje joby dla efektywności. Guaranteed execution after reboot przez PersistableBundle. WorkManager używa JobScheduler pod spodem na API 23+. Preferuj WorkManager.
• AlarmManager — precyzyjne alarmy
• setExact(): wymaga SCHEDULE_EXACT_ALARM (API 31+). setExactAndAllowWhileIdle(): przenika Doze Mode (1 na ~9 min). Tylko dla: budziki, przypomnienia o lekach, kalendarze. Brak dla: background sync, telemetria. Alternatywa: WorkManager z setInitialDelay.
• iOS Background Modes
• Deklaracja w Info.plist: UIBackgroundModes. Dostępne tryby: audio (odtwarzanie), location (ciągła GPS), voip, fetch, remote-notification, processing, bluetooth-central/peripheral. Każdy tryb wymaga uzasadnienia w App Store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32 (Sensory i UI Pipeline).
Opis:
• SensorManager i SENSOR_DELAY
• Android: SensorManager.registerListener(listener, sensor, SENSOR_DELAY_X). Wartości delay: UI=200ms, GAME=20ms, NORMAL=200ms, FASTEST=0ms. Wyższy sampling rate = wyższe zużycie energii. Odregistruj w onPause() — brak = wyciek baterii i pamięci.
• Core Motion — iOS sensory
• CMMotionManager: accelerometer (x,y,z w g), gyroscope (rad/s), magnetometer (microtesla), deviceMotion (fused: quaternion, gravity, userAcceleration). startDeviceMotionUpdates(using:) — referencja systemu współrzędnych: CMAttitudeReferenceFrame.
• SurfaceFlinger — kompozytor Android
• SurfaceFlinger: system compositor, działa jako osobny serwis. Kompozytuje warstwy aplikacji (Surface) + system UI + nawigacja → wysyła do HWC (Hardware Composer) → wyświetlacz. VSync synchronizacja: każda klatka 16.7ms (60Hz) lub 8.3ms (120Hz).
• Core Animation — iOS compositor
• CALayer: backing store dla każdego UIView. Core Animation działa na render thread osobno od main thread. Animacje: main thread ustawia Model Layer → CA tworzy Presentation Layer → GPU renderuje. Metal Performance HUD: overlay z GPU frame time.
Fragmenty kodu / poleceń:
[Kod 1]
// SensorManager — poprawna rejestracja
class OrientationActivity : AppCompatActivity(),
    SensorEventListener {
    private lateinit var sensorManager: SensorManager
    private var accelerometer: Sensor? = null
    override fun onCreate(saved: Bundle?) {
        super.onCreate(saved)
        sensorManager = getSystemService(
            SensorManager::class.java)
        accelerometer = sensorManager
            .getDefaultSensor(Sensor.TYPE_ACCELEROMETER)
    }
    override fun onResume() {
        super.onResume()
        accelerometer?.let {
            sensorManager.registerListener(
                this, it,
                SensorManager.SENSOR_DELAY_GAME,
                // Handler = wątek callbacków (nie UI!)
                Handler(Looper.getMainLooper()))
        }
    }
    override fun onPause() {
        super.onPause()
        sensorManager.unregisterListener(this) // ←!
    }
    override fun onSensorChanged(event: SensorEvent) {
        val x = event.values[0] // m/s²
        val y = event.values[1]
        val z = event.values[2]
    }
}
[Kod 2]
// Systrace / Perfetto — UI pipeline trace
// Generowanie trace'u przez ADB:
// adb shell perfetto -c - --txt -o trace.pb &lt;&lt;EOF
// duration_ms: 10000
// buffers { size_kb: 63488 }
// data_sources { config { name: "track_event" } }
// data_sources { config { name: "linux.ftrace"
//   ftrace_config { ftrace_events: "sched/sched_switch" }
// }}
// EOF
// Analiza UI Jank w trace:
// UI Thread: Choreographer#doFrame → &gt; 16ms = JANK
// RenderThread: draw → flush → &gt; GPU budget = DROP
// SurfaceFlinger: compose → miss VSync = DROP
// Własne trace sekcje:
android.os.Trace.beginSection("MyAdapter.onBind")
// ... bindowanie ViewHolder
android.os.Trace.endSection()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33 (Fragmentacja i adaptacyjność).
Opis:
• Android działa na ponad 24,000 różnych modelach urządzeń. Fragmentacja wersji OS (Android 10 na ~6% vs Android 14 na ~20%) i sprzętu (RAM 1GB–16GB, GPU klasy low-mid-high) wymaga adaptacyjnego kodu.
• Conditional feature loading
• ActivityManager.isLowRamDevice() → uproszczone UI, mniej animacji, niższa rozdzielczość zasobów. Configuration.screenLayout, uiMode, smallestScreenWidthDp → adaptive layout. Build.SUPPORTED_ABIS → sprawdź dostępność natywnych bibliotek (arm64-v8a vs armeabi-v7a).
• AndroidX Compat biblioteki
• BackportManager i CompatX: nowe API dostępne na starszych wersjach. ContextCompat.checkSelfPermission() → działa na Android 4.0+. NotificationCompat.Builder → bezpieczny na wszystkich wersjach. ViewCompat, DrawableCompat, MenuItemCompat — zawsze preferuj Compat.
• Testy na fragmentacji
• Firebase Test Lab: ponad 200 fizycznych i wirtualnych urządzeń. Emulator: ARM vs x86 — niektóre bugów obecne tylko na ARM. Obowiązkowe: test na urządzeniu low-end (1-2GB RAM), test na najnowszym Android release, test na minSdk urządzeniu.
Fragmenty kodu / poleceń:
[Kod 1]
// Obsługa fragmentacji wersji API
// Build.VERSION.SDK_INT = runtime API level
fun setupNotificationChannel() {
    // Kanały notyfikacji: TYLKO Android 8.0+
    if (Build.VERSION.SDK_INT &gt;=
            Build.VERSION_CODES.O) { // API 26
        val channel = NotificationChannel(
            CHANNEL_ID,
            "Sync notifications",
            NotificationManager.IMPORTANCE_LOW
        ).apply {
            description = "Background sync alerts"
            setShowBadge(false)
        }
        getSystemService(NotificationManager::class.java)
            ?.createNotificationChannel(channel)
    }
    // Poniżej API 26: kanały nie istnieją
    // NotificationCompat automatycznie obsługuje
}
// Sprawdzanie cech urządzenia:
val hasCamera = packageManager
    .hasSystemFeature(PackageManager.FEATURE_CAMERA_ANY)
val hasBluetooth = packageManager
    .hasSystemFeature(PackageManager.FEATURE_BLUETOOTH_LE)
val hasNfc = packageManager
    .hasSystemFeature(PackageManager.FEATURE_NFC)
[Kod 2]
// targetSdkVersion i jego konsekwencje
// (build.gradle.kts):
android {
    defaultConfig {
        minSdk = 24         // min Android 7.0
        targetSdk = 35      // testowany na Android 15
        compileSdk = 35
    }
}
// targetSdk = kontrakt z systemem:
// targetSdk 26+: Background Execution Limits aktywne
// targetSdk 28+: brak cleartext HTTP (must HTTPS)
// targetSdk 29+: Scoped Storage aktywne
// targetSdk 31+: PendingIntent musi być mutable/immutable
// targetSdk 33+: POST_NOTIFICATIONS wymaga runtime request
// targetSdk 34+: Photos/Media granular permissions
// Google Play: nowe aplikacje muszą target API &gt;= N-1
// (N = aktualna wersja Android).
// Brak aktualizacji targetSdk → odrzucenie lub ukrycie
// aplikacji w Google Play!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34 (Aktualizacje OS).
Opis:
• Deprecation cycle Android
• Google deprecjonuje API przez ~2 lata (warning → deprecated → removal). Usunięcia: RenderScript (API 31+), AsyncTask (31), kotlin-android-extensions (Kotlin 1.7). GDAL: sprawdzaj Android Developers Blog przy każdym release. AGP (Android Gradle Plugin) aligns z targetSdk.
• API Behavioural Changes
• Każda wersja Android zmienia zachowanie dla targetSdk=N. Android 12: notification trampoline blocked, foreground service restrictions. Android 13: fine-grained media permissions. Android 14: exact alarms restricted, health permissions. Czytaj "Behavioural Changes" każdego release.
• Project Mainline — modular updates
• Google Apex modules (od Android 10): aktualizacja podsystemów przez Google Play bez pełnej aktualizacji OS. Moduły: Media Codecs, DNS Resolver, Network Stack, WebView, Permission Controller. Naprawy bezpieczeństwa bez oczekiwania na OEM update.
• OEM customizations i opóźnienia
• Samsung One UI, MIUI, EMUI: nakładki UI + własne usługi systemowe. Opóźnienie między Google release a OEM update: 3-12 miesięcy. Samsung: ~3-4 miesiące dla flagship, ~6-12 dla mid-range. Pixel: day-0 updates. Wpływ na dewelopera: nie zakładaj najnowszego API.
• iOS — zunifikowane aktualizacje
• Apple: jeden build iOS dla wszystkich iPhone. Adopcja iOS 17 po 6 miesiącach: &gt;85% aktywnych urządzeń. Brak vendor delays. Polityka wsparcia: iOS N wspiera iPhone z 5-6 lat wstecz. Deweloper: minSupportedVersion zwykle 2 lata wstecz (= iOS N-2).
• Deprecated API — iOS
• @available(iOS X.0, *): guard dla nowych API. #available: runtime check. Zamienniki: UIWebView → WKWebView (deprecated 2020), Push Notifications → UserNotifications framework, URL Loading → URLSession. Sprawdzaj WWDC Release Notes każdego roku.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35 (HarmonyOS i alternatywne OS).
Opis:
• Poza Android i iOS istnieje ekosystem alternatywnych systemów — niszowych, badawczych lub regionalsych. Warto je znać jako punkt odniesienia architektonicznego dla różnych kompromisów projektowych.
• HarmonyOS (Huawei)
• Mikrojądro zamiast monolitycznego Linux. Formalna weryfikacja IPC (seL4-inspired). ArkUI + Ark Compiler (AOT). Atomic Services — aplikacje jako małe serwisy, nie monolit. Instalacja przez AppGallery. Wspiera binarne aplikacje Android (EMUI). Od 2023: HarmonyOS Next = pełne odejście od Linuxa.
• Sailfish OS (Jolla)
• Linux kernel + Mer Project (fork MeeGo). UI: Qt/QML — gesture-based, bez przycisków. Alien Dalvik: kompatybilność z APK Android. Izolacja aplikacji słabsza niż Android. Używany przez: rządy Rosji, Indii dla aplikacji rządowych (mniej zależność od US tech stack). Komercyjny, nie open source.
• Ubuntu Touch (UBports)
• Linux kernel (Unity 8 zastąpiony Lomiri). Aplikacje: click packages (.click). Qt/QML + HTML5 apps. AppArmor zamiast SELinux. Convergence: ten sam OS na telefon + desktop. Brak GMS. Niski udział rynkowy, aktywna społeczność open-source. Ubuntu Touch 20.04.
• KaiOS (feature phones)
• Linux kernel + Gecko engine (Firefox OS lineage). Aplikacje: Web Apps (HTML5/CSS/JS). RAM: &lt;512MB docelowo. Zainstalowany na 200M+ urządzeń (Indie, Afryka, rynki wschodzące). Wspierany przez Google (inwestycja $22M), WhatsApp, YouTube mają natywne apps. API: Web APIs (webtelephony.h, getNetworks).
• postmarketOS
• Alpine Linux na telefony (nie Android). musl libc zamiast Bionic. Wsparcie 250+ urządzeń. Cel: długoterminowe wsparcie (telefon &gt; 10 lat). UI: Phosh (GNOME Mobile), Plasma Mobile. Brak Google Services. Eksperymentalny, dla entuzjastów prywatności.
• LineageOS / GrapheneOS
• Android fork bez Google Services. LineageOS: community-maintained AOSP. GrapheneOS: hardened Android dla prywatności (tylko Pixel): hardened malloc, network permission per-app, LTE-only mode, sandboxed Google Play. Używany przez dziennikarzy i aktywistów.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36 (Fuchsia OS).
Opis:
• Fuchsia to badawczy OS Google oparty na jądrze Zircon — mikrojądrze bez POSIX, z capability-based security. Radykalnie inna architektura niż Linux lub XNU. Wdrożony na Google Nest Hub od 2021.
• Zircon — mikrojądro
• Zircon ≠ Linux. Kernel zapewnia tylko: zadania (threads, processes), IPC (channels, sockets, fifos), obiekty (handles, VMOs, ports), przerwania sprzętowe. Sterowniki NIE są w kernelu — działają jako user-space procesy. Brak POSIX (brak fork, exec, ptrace, /proc).
• Capability-based security
• Każdy zasób reprezentowany przez Handle (unforgeable capability). Brak ambient authority — nie można otworzyć pliku przez ścieżkę bez posiadania handle do katalogu. Komponent może używać tylko zasobów, których handle jawnie otrzymał. Formalnie weryfikowalna izolacja.
• Components Framework (CF2)
• Jednostka deploymentu: Component. Deklaratywny manifest: uses capabilities, exposes capabilities. Komponent nie może komunikować się z innym bez explicite routing w topologii. Drzewo komponentów zamiast płaskich procesów. Testowanie: izolowane komponenty.
• FIDL — Fuchsia Interface Definition Language
• Alternatywa dla AIDL i protobuf. Opisuje interfejsy między komponentami. Bindingi dla: C++, Rust, Go, Dart. Asynchroniczny IPC (channels, epitaphs). Brak blokowania — wszystkie operacje async. Strongly typed, wersjonowane.
• Brak POSIX — konsekwencje
• Istniejące aplikacje Linux/Android nie działają bez portowania. Biblioteki zakładające fork() (np. OpenSSL, SQLite w starszych wersjach) wymagają adaptacji. Rust, C++17, Dart (Flutter) są pierwszorzędnymi językami. Go wspierany. Python: częściowe wsparcie.
• Produkcja: Google Nest Hub
• Fuchsia deployed na Nest Hub (ekrany Google Home) od maja 2021 — pierwsza publiczna produkcja. Zastąpił Cast OS (Linux-based). Uzasadnienie: szybszy update, lepsza izolacja dla audio processing, długoterminowe wsparcie. Użytkownicy nie widzą różnicy — UI identyczny.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37 (Porównanie architektur OS).
Opis:
• System
• Kernel
• Model aplikacji
• IPC
• Security model
• Języki
• Android
• Linux monol.
• Activity/Service/BR/CP
• Binder driver
• UID+SELinux+seccomp
• Kotlin/Java/C++
• iOS
• XNU hybr.
• UIViewController / Scene
• XPC (Mach msg)
• Entitlements+Enclave
• Swift/ObjC/C
• HarmonyOS
• Microkernel
• Atomic Services + Pages
• Secure IPC (cap.)
• Capability-based
• ArkTS/Java/C++
• Fuchsia
• Zircon micro
• Components (CF2)
• Channels/Handles
• Capability (handles)
• Rust/C++/Dart
• Sailfish
• Qt/QML + APK compat
• DBus + Binder
• AppArmor (weak)
• C++/QML/JS
• KaiOS
• Linux + Gecko
• Web Apps (manifest)
• Web APIs only
• Web sandbox only
• HTML5/JS/CSS
• visionOS
• Volume/ImmersiveSpace
• XPC + RealityKit
• Swift/SwiftUI
• KLUCZOWE OBSERWACJE:
• Trend: mikrojądra (Zircon, Harmony) dla formalne izolacji ↑ | Monolityczny Linux = pragmatyzm wydajności i kompatybilności | Capability model zastępuje UID-based security | Spatial OS = nowa kategoria.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38 (visionOS i systemy przestrzenne).
Opis:
• Spatial OS redefiniuje pojęcie okna, aplikacji i cyklu życia. Zamiast okien i aktywności: obiekty 3D zakotwiczone w przestrzeni. OS zarządza kontekstem immersyjnym, nie widokami 2D.
• visionOS — trzy typy scen
• WindowGroup (flat 2D okno floating w przestrzeni), Volume (3D box z obiektem, rozmiar w metrach), ImmersiveSpace (pełne przejęcie środowiska — jak VR full immersion). Każdy typ ma inny lifecycle i renderowanie.
• Spatial lifecycle — bez onPause()
• Nie ma pojęcia «ukrytej aplikacji» jak w Android. visionOS: okno może być widoczne obok innego. ImmersiveSpace: monopóluje środowisko → inne apps «zawijane». ScenePhase: active, inactive, background — ale background = naprawdę zawieszony.
• Scene Graph zamiast View Hierarchy
• visionOS: RealityKit Entity-Component-System. Entity = węzeł grafu sceny. Component = dane (ModelComponent, TransformComponent). System = logika przetwarzania. Brak UIView.subviews — przestrzenna hierarchia 3D.
• Input model — wzrok+gest+głos
• Brak kontrolerów. Eye tracking (prywatny — raw data niedostępny dla app). Pinch (potwierdzenie). Gesty rękami (nawigacja). Głos (tekst). OS transluje na standardowe eventy SwiftUI: .onTapGesture, .onLongPressGesture — ten sam kod co iOS.
• SpaceOS / spatial abstrakcja
• Ogólna kategoria: OS zarządzający obiektoami 3D zamiast oknami. Relacje przestrzenne: anchor (zakotwiczenie), proximity (bliskość), occlusion (zasłanianie przez fizyczne obiekty), shadow casting. Brak klasycznego Activity lifecycle.
• Sandboxing w spatial OS
• visionOS: najsilniejszy sandbox Apple. Aplikacja nie ma dostępu do surowego passthrough video (prywatność przestrzenna). ARKit w visionOS: dane sensoryczne przez high-level API. Rendering systemowy: OS komponuje wszystkie «okna» — app nie widzi innych app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39 (Mobilny OS jako soft real-time).
Opis:
• Mobilny OS spełnia cechy systemu czasu rzeczywistego miękkiego: UI (&lt;16.7ms), audio (&lt;10ms), sensory (&lt;1ms). Scheduler OS musi balansować deadline'y z efektywnością energetyczną.
• Soft Real-Time definicja
• Hard RT: naruszenie deadline = katastrofa (systemy medyczne, lotnicze). Soft RT: naruszenie deadline = obniżona jakość, ale nie katastrofa. Mobile: dropped frame = jank (odczuwalny, irytujący, ale nie niebezpieczny). Wyjątek: audio buffer underrun = pstryknięcie dźwięku.
• Deadline-Aware Scheduling (Android)
• SCHED_DEADLINE w kernelu Linux: task deklaruje (runtime, deadline, period). Admission control: kernel odrzuca task jeśli nie może zagwarantować deadline. Android używa SCHED_DEADLINE dla: AudioFlinger (audio pipeline), SurfaceFlinger render thread, camera HAL.
• UI Thread jako RT task
• Choreographer: VSync trigger → doFrame() → app draw → RenderThread → GPU. Każdy krok ma deadline: 16.7ms (60Hz) lub 8.3ms (120Hz). Przekroczenie = jank. Android: UI thread ma elevated priority (THREAD_PRIORITY_DISPLAY = -4). Binder threads: normal priority.
• Audio pipeline — najtwardszy RT
• AudioFlinger (Android): mixing buffer 5-10ms. Underrun = artefakt audio (głośny klik). SCHED_DEADLINE lub SCHED_FIFO dla audio threads. OpenSL ES / AAudio (low-latency audio): eliminuje JNI overhead. iOS: Core Audio: 256 sample buffer @ 44100Hz = 5.8ms.
• Energy-aware scheduling
• LITTLE rdzenie: 5 wątki background (niski priorytet). BIG rdzenie: wątek UI i RT. Governor: schedutil (od Linux 4.7) — częstotliwość CPU proporcjonalna do obciążenia schedulera. EAS (Energy-Aware Scheduling) w Android: minimalizuje zużycie energii zachowując deadline'y.
• Thermal throttling jako RT problem
• Przegrzanie CPU → governor obniża taktowanie (throttling). Efekt: budget RT wymagania nie mogą być spełnione → jank, audio stutter. Monitorowanie: ThermalStatusListener (Android 10+), ProcessInfo.thermalState (iOS 13+). Aplikacja musi degradować jakość przy throttlingu.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40 (Operacje systemowe).
Opis:
• Preempcja i context switch
• CFS scheduler preemptuje bieżące zadanie gdy wyższy priorytet zadanie jest gotowe. Context switch: ~1-5μs na ARM (save/restore rejestrów + TLB flush). Android: avg ~1000 context switches/s podczas intensywnej pracy UI. Zbyt częste context switches = overhead schedulera.
• Memory Reclaim — kswapd
• Kernel swap daemon (kswapd) aktywuje się przy presji RAM. Android: brak swapu fizycznego → kswapd + ZRAM (kompresja RAM). ZRAM: kompresuje strony pamięci 2:1-3:1 (lz4/zstd). Efekt: więcej efektywnej RAM kosztem CPU. Android włącza ZRAM domyślnie.
• CPU Governor — częstotliwość
• schedutil (Linux): CPU freq = f(scheduler utilization). Ondemand (starsze): agresywne podwyższanie, leniwe obniżanie. Conservative: wolne zmiany. Interactive (Qualcomm): niestandardowy dla responsywności. Apple: P-state management w ARM przez SMC (System Management Controller).
Fragmenty kodu / poleceń:
[Kod 1]
// Monitorowanie stanu termicznego (Android 10+)
val powerManager = getSystemService(PowerManager::class.java)
val thermalListener = PowerManager.OnThermalStatusChangedListener {
    status -&gt;
    when (status) {
        PowerManager.THERMAL_STATUS_NONE,
        PowerManager.THERMAL_STATUS_LIGHT -&gt;
            setRenderQuality(HIGH)
        PowerManager.THERMAL_STATUS_MODERATE -&gt;
            setRenderQuality(MEDIUM)
        PowerManager.THERMAL_STATUS_SEVERE,
        PowerManager.THERMAL_STATUS_CRITICAL -&gt;
            setRenderQuality(LOW)   // degraduj jakość!
        PowerManager.THERMAL_STATUS_EMERGENCY -&gt;
            pauseBackgroundTasks()
    }
}
powerManager?.addThermalStatusListener(
    mainExecutor, thermalListener)
// Sprawdzenie czy urządzenie jest
// niskoenergetyczne (RAM &lt; 512MB):
val am = getSystemService(ActivityManager::class.java)
val isLowRam = am?.isLowRamDevice == true
[Kod 2]
// iOS — ProcessInfo thermalState
import Foundation
// Obserwator stanu termicznego:
NotificationCenter.default.addObserver(
    forName: ProcessInfo.thermalStateDidChangeNotification,
    object: nil, queue: .main
) { _ in
    self.handleThermalChange()
}
func handleThermalChange() {
    switch ProcessInfo.processInfo.thermalState {
    case .nominal, .fair:
        setQuality(.high)
    case .serious:
        setQuality(.medium)
        pauseHeavyAnimations()
    case .critical:
        setQuality(.low)
        pauseAllAnimations()
        stopBackgroundTasks()
    @unknown default: break
    }
}
// iOS automatycznie throttluje CPU gdy hot —
// applicationDidReceiveMemoryWarning() może być
// wywołane przy presji termicznej, nie tylko 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41 (Badania naukowe nad mobilnymi OS).
Opis:
• Mobilne OS są aktywnym obszarem badań: od optymalizacji schedulerów, przez sandboxing, po AI on-device. Konferencje SOSP, OSDI, MobiSys, USENIX Security regularnie przyjmują prace o mobilnych OS.
• Bezpieczeństwo i prywatność
• Analiza wycieków przez intent side-channels. Fingerprinting przez sensory bez uprawnień (gyroscope, barometr). Third-party SDK privacy analysis (popularny research: 80%+ top apps wysyła dane do 10+ SDKów). TaintDroid (dynamiczna analiza przepływu danych). Repackaging detection.
• Energooszczędność
• Profilowanie zużycia energii per-API. Modelowanie energii: powertop, energy profiler. AppDoze badania: optymalny window dla background tasks. Battery-aware compilation: LLVM optymalizacje dla zmniejszenia instrukcji idle. EAS evaluation.
• Schedulery i zarządzanie zasobami
• Symulacje alternatywnych schedulerów (EEVDF, CFS-NUMA). Analiza OOM Killer decyzji. Memory pressure response time. Heterogeneous Multi-Processing (HMP) scheduling na big.LITTLE. DVFS (Dynamic Voltage and Frequency Scaling) optymalizacja.
• AI on-device — aktywny obszar
• Deployment LLM na mobile: quantization (INT4/INT8 GGUF), speculative decoding. Core ML, TensorFlow Lite, ONNX Runtime profiling. Federated Learning na urządzeniach mobilnych (Google Gboard research). Privacy-preserving inference: Secure Aggregation protokoły.
• IPC i microkernel research
• Porównanie Binder vs XPC latencji. Formalna weryfikacja protokołów IPC (seL4 proof). Capability leakage w Fuchsia Zircon. L4 microkernel family vs monolityczne: overhead vs izolacja trade-off. SOSP'23: IPC throughput w wielordzeniowych systemach.
• UX systemowy i aplikacyjny
• Badanie przyczyn ANR i crash: Android Vitals dataset analysis. Analiza porzuceń aplikacji korelowana z frame rate. Startup time impact na retention: 100ms wzrost → -1.7% konwersja (Google study). Cold start prediction i pre-warming.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42 (Metody badawcze).
Opis:
• Profilowanie systemowe — Perfetto
• Android: Perfetto (successor Systrace). Traces: ftrace events, atrace, userspace SDK. Sekcje: UI thread frames, binder transactions, memory allocations, GPU queue. Analiza w perfetto.dev (web UI). Output: trace.pb (protobuf). Cloud Trace upload dla analizy z CI.
• Instrumentacja kernela — eBPF
• eBPF programs (5.x kernel): wstrzyknięcie kodu do kernel events bez modyfikacji kernela. Narzędzia: bpftrace, bcc (BPF Compiler Collection). Monitorowanie: network per-app, file I/O, scheduler events, CPU temperature. Bezpieczne: eBPF verifier gwarantuje brak pętli nieskończonych.
• Benchmarki syntetyczne
• CPU: Geekbench, AnTuTu. GPU: 3DMark. I/O: Androbench. Pamięć: AIDA64. Startup: Macrobenchmark (Jetpack). Ograniczenia: syntetyczne != real-world. Thermal throttling po ~10 min → wyniki niereprodukowalne. Preferuj real-world trace nad syntetyk.
• Modyfikowane kernele — badania
• AOSP kernel fork: zmiana schedulera, LMK parametrów, energetycznych mechanizmów. Android emulator (QEMU/KVM): modyfikacje bez urządzenia. GKI (Generic Kernel Image): od Android 12 — moduły kernela bez rekompilacji całości. Sprawdza vendor extensions.
Fragmenty kodu / poleceń:
[Kod 1]
# Perfetto trace — zbieranie na urządzeniu
adb shell perfetto \\
  -c - --txt \\
  -o /data/misc/perfetto-traces/trace \\
  &lt;&lt;EOF
duration_ms: 10000
buffers: { size_kb: 63488 }
data_sources: {
  config { name: "track_event" }
}
data_sources: {
  config {
    name: "linux.ftrace"
    ftrace_config {
      ftrace_events: "sched/sched_switch"
      ftrace_events: "power/cpu_frequency"
      ftrace_events: "android/surfaceflinger"
      atrace_categories: "am"
      atrace_categories: "wm"
      atrace_categories: "gfx"
    }
  }
}
EOF
adb pull /data/misc/perfetto-traces/trace trace.pb
# Analiza: https://ui.perfetto.dev
[Kod 2]
# bpftrace — monitorowanie syscalli per-app
# (wymaga roota / ADB na urządzeniu debug)
bpftrace -e '
tracepoint:syscalls:sys_enter_openat
/ comm == "com.example.app" /
{
  printf("%s opened: %s\\n",
    comm, str(args-&gt;filename));
}
'
# Sprawdź Binder transactions:
adb shell cat /proc/binder/stats | \\
  grep -A5 "com.example.app"
# Pomiar cold start time:
adb shell am force-stop com.example.app
adb shell am start-activity -W -n \\
  com.example.app/.MainActivity
# Odczytaj: ThisTime, TotalTime, WaitTime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43 (Trendy i kierunki rozwoju).
Opis:
• Mobilne OS ewoluują w kilku kluczowych kierunkach: wbudowany AI (on-device LLM), prywatność jako funkcja systemowa, Rust w kernelu i nowe modele interakcji (Spatial, wearables).
• Rust w kernelu Android
• Od Linux 6.1 (2022): Rust jako drugi język kernela obok C. Android 13+: pierwsze sterowniki w Rust (Binder, misc drivers). Cel: memory safety bez GC overhead. Google: 90% krytycznych podatności Androida to memory safety bugs — Rust eliminuje klasę całkowicie.
• On-device AI jako syscall
• Neural Networks API (Android) / Core ML (iOS): systemowe API dla ML inference. Gemini Nano (Android 14+) wbudowany w OS. Apple Intelligence (iOS 18): systemowe modele językowe. NPU jako pierwszorzędny zasób OS — jak CPU/GPU.
• Privacy Sandbox na mobile
• Android Privacy Sandbox: Topics API (zastępuje IDFA do targetowania reklam), FLEDGE (on-device aukcje reklamowe), Attribution Reporting API. Cel: reklamy bez cross-app tracking. Inspirowane Chrome Privacy Sandbox. Implementacja: 2024-2025.
• Android XR — nowa platforma
• Google Android XR (2024): dedykowany build Androida dla headsetów i smart glasses. Samsung Project Moohan headset. Gemini AI + Android XR stack. OpenXR backend. Konwergencja: aplikacje Android adaptują się do przestrzennego UI automatycznie.
• Wearables OS i Wear OS
• Wear OS 4 (2023): oparty na Android 13. Tiles API dla szybkiego dostępu. Health Services API: ciągłe monitorowanie biometryczne (ECG, SpO2, EDA). Ograniczenia: RAM 1GB, ekran 450×450, bateria 300mAh. Inna filozofia lifecycle.
• Project Treble 2.0 — modular OS
• Android 15+: dalsze modularyzowanie OS. APEX modules dla więcej komponentów. Kernel Image (GKI) + Vendor Modules bez rekompilacji kernela. Cel: Update OS bez udziału OEM dla krytycznych bezpieczeństwa patches. Super partition dynamiczna.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44 (Wiedza systemowa i profilowanie dla programisty).
Opis:
• Programista mobilny operuje «pod dyktando» OS. Nieznajomość mechanizmów systemowych prowadzi do typowych błędów: ANR, OOM crash, wycieków pamięci, nadmiernego zużycia baterii.
• ANR — operacja na UI thread
• Objaw: dialog «Aplikacja nie odpowiada». Przyczyna: sieć/I/O/database na wątku głównym. Diagnoza: /data/anr/traces.txt, Android Vitals. Naprawa: Coroutines Dispatchers.IO, RxJava subscribeOn(io()). StrictMode w DEBUG.
• OOM Crash — wyciek pamięci
• Objaw: java.lang.OutOfMemoryError. Przyczyna: Activity/Context w static field, Bitmap bez recycle, anonymous inner class z referencją. Diagnoza: LeakCanary, Memory Profiler heap dump. Naprawa: weak references, proper lifecycle, Coil/Glide memory cache.
• Excessive Battery Drain
• Objaw: użytkownicy zgłaszają szybkie rozładowanie. Przyczyna: WakeLock nie zwolniony, GPS w tle, ciągły sieciowy polling. Diagnoza: Battery Historian, adb shell dumpsys batterystats. Naprawa: WorkManager, passive location, exponential backoff.
• App Killed in Background
• Objaw: dane utracone, użytkownik wraca do stanu początkowego. Przyczyna: brak zapisu stanu, ignorowanie onSaveInstanceState. Diagnoza: ProcessLifecycleOwner, Don't Keep Activities (dev options). Naprawa: ViewModel + SavedStateHandle + Room.
• ZASADY PROGRAMOWANIA SYSTEMOWO-ŚWIADOMEGO
• 1. NIGDY nie blokuj UI thread (&gt;5ms to ryzyko).
• 2. Zawsze reaguj na onTrimMemory() i zwalniaj cache.
• 3. Używaj WorkManager zamiast AlarmManager/Service dla tła.
• 4. Testuj na urządzeniu low-end z włączonym Don't Keep Activities.
• 5. Profiluj na urządzeniu — nie na emulatorze. Dane są różne.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Treść wyekstrahowana z pliku os.js — slajd 45 (Podsumowanie).
Opis:
• Kernel &amp;
Architektura
• Linux CFS + cgroups (Android)
XNU Mach+BSD (iOS)
HAL → Runtime → Framework
Programista widzi tylko API
• Procesy &amp;
Pamięć
• UID isolation, OOM Adj
Brak swap → SIGKILL bez warning
onTrimMemory() to kontrakt
Zygote fork model
• Bezpieczeństwo
Sandbox
• SELinux + seccomp-bpf (Android)
Entitlements + Secure Enclave (iOS)
Runtime Permissions
Verified Boot chain
• Cykl życia
&amp; Background
• OS kontroluje lifecycle całkowicie
ForegroundService = widoczny kontrakt
WorkManager = energy-aware scheduling
SavedStateHandle = przeżycie śmierci
• Runtime &amp;
Performance
• ART: AOT+JIT+Baseline Profiles
GC pauz eliminacja przez pooling
&lt;16.7ms frame budget @ 60Hz
Soft real-time: UI, audio, sensory
• Alt OS &amp;
Przyszłość
• Fuchsia: capability bez POSIX
visionOS: spatial lifecycle
Rust w kernelu: memory safety
AI on-device = nowy syscall
• Kluczowy wniosek:
• Programowanie mobilne to programowanie systemowe w środowisku o silnych ograniczeniach. OS nie jest pasywnym tłem —
• aktywnie zarządza zasobami, cyklem życia i bezpieczeństwem. Znajomość mechanizmów OS jest warunkiem koniecznym tworzenia stabilnych, wydajnych aplikacji.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47914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475488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19050" dist="6350" dir="270000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Mobilne Systemy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Operacyjne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411480" y="2304288"/>
            <a:ext cx="141732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487168"/>
            <a:ext cx="4572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Programowanie aplikacji mobilnych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Studia: Informatyka II stopień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HarmonyOS · Fuchsia · visionOS · Kernel · Sandbox · ART · XNU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96128" y="566928"/>
            <a:ext cx="640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2432" y="5394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mobilnych OS — kernel, HAL, runtime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596128" y="1005840"/>
            <a:ext cx="64008" cy="2926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9784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vs iOS — model procesu i jądro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596128" y="1444752"/>
            <a:ext cx="64008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1417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pamięcią, energią i procesami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596128" y="1883664"/>
            <a:ext cx="64008" cy="29260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856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bezpieczeństwa — sandbox, SELinux, uprawnienia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596128" y="2322576"/>
            <a:ext cx="64008" cy="2926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2295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 życia aplikacji i background execution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596128" y="2761488"/>
            <a:ext cx="64008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7340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ART i XNU — GC, AOT, JIT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596128" y="3200400"/>
            <a:ext cx="64008" cy="2926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31729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— Binder, XPC, intenty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596128" y="3639312"/>
            <a:ext cx="64008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36118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Alternatywne OS — HarmonyOS, Fuchsia, visionOS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596128" y="4078224"/>
            <a:ext cx="64008" cy="29260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40507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real-time, schedulery, badania systemowe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11480" y="461772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wizualna odtworzona na podstawie pliku os.js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wykładu — 45 slajdów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1170432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43584"/>
            <a:ext cx="2569464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1–2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Urządzenie mobilne jako środowisko obliczeniowe — sprzęt, big.LITTLE, bateria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7–8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Jądro systemu — CFS, cgroups, namespaces, XNU Mach+BSD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13–14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pamięci — presja RAM, onTrimMemory, GC Android i iOS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19–20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bezpieczeństwa — podpisy APK, izolacja, SELinux/AppArmor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25–26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IPC i komunikacja — Binder, XPC, Intenty, AIDL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31–32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Sensory, UI pipeline i ANR — SensorManager, Render Thread, GPU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37–38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Systemy przestrzenne — visionOS, SpaceOS, spatial lifecycle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43–44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Podsumowanie — wnioski systemowe, znaczenie wiedzy OS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118104" y="1170432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18104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243584"/>
            <a:ext cx="2569464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Zakres wykładu, plan, czym różni się mobilny OS od desktopowego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5–6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Warstwowa architektura mobilnego OS — HAL, runtime, framework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11–12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Wątki i planowanie — Looper, UI thread, Scheduler 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17–18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plików i dane aplikacji — Scoped Storage, szyfrowanie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23–24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i środowisko wykonawcze — ART (AOT+JIT), LLVM, GC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29–30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Background execution — ForegroundService, JobScheduler, WorkManager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35–36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Alternatywne OS — HarmonyOS, Sailfish, Ubuntu Touch, KaiOS, Fuchsia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41–42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Badania naukowe — metody, obszary, narzędzia profilowania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071616" y="1170432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170432"/>
            <a:ext cx="73152" cy="31089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243584"/>
            <a:ext cx="2569464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3–4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Dominujące platformy — Android (AOSP, Linux) i iOS (XNU, Darwin)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9–10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Zarządzanie procesami — UID, OOM Adj, priorytety procesów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15–16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Zarządzanie energią — Doze Mode, App Standby, WakeLock, WorkManager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21–22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Uprawnienia i sandbox — runtime permissions, UID isolation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27–28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Cykl życia aplikacji — Activity, ViewModel, stan trwały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33–34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Fragmentacja, aktualizacje OS — SDK_INT, targetSdkVersion, API deprecation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39–40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Mobilne OS jako soft real-time — schedulery, deadline, audio/UI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Sl. 45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różni się mobilny OS od desktopowego?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 system operacyjny to nie «okrojony desktop». To fundamentalnie odmienny model programowania — zdarzeniowy, energooszczędny i z kontrolowanym cyklem życia aplikacji.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interakcji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ciągła praca w pętli, zawsze aktywny proces. Mobilny: przerywana interakcja, aplikacja «pauzuje» gdy niewidoczna.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zasobami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swapfile, nieograniczony RAM wirtualny, pliki na żądanie. Mobilny: brak swap, presja RAM → SIGKILL bez ostrzeżenia, budżet CPU.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cyklu życia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aplikacja żyje dopóki użytkownik nie zamknie. Mobilny: OS może zakończyć dowolny proces w dowolnej chwili.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energetyczny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zasilanie sieciowe, ciągła praca akceptowalna. Mobilny: bateria 3000–5000 mAh, każdy cykl CPU kosztuje energię.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Izolacja i sandbox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aplikacje współdzielą przestrzeń (rejestr, pliki systemowe). Mobilny: każda app ma własny UID, przestrzeń adresową, SELinux ctx.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vs syscall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dostęp do syscalls, /proc, /dev przez glibc. Mobilny: wyłącznie frameworkowe API — android.*, UIKit. Syscalle zablokowane.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Urządzenie mobilne jako środowisko obliczeniowe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Smartfon to wyspecjalizowany komputer czasu rzeczywistego z heterogenicznym procesorem, ograniczoną pamięcią i wieloma kontekstami sensorycznymi. OS musi zarządzać tym wszystkim jednocześnie.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big.LITTLE (ARM DynamIQ)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Duże rdzenie (performance, np. Cortex-X4) + małe rdzenie (efficiency, Cortex-A520). OS scheduler decyduje, który rdzeń przydziela wątkowi na podstawie priorytetu i temperatury.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współdzielone z UI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Adreno (Qualcomm), Immortalis (ARM), Apple GPU. Renderuje UI (Skia/Metal) i obliczenia (Vulkan/Metal Compute). GPU throttling = frame drops.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01168" y="2496312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496312"/>
            <a:ext cx="7315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bez swap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4–16 GB LPDDR5. Brak pliku wymiany (swap). Presja RAM = OOM Killer. System agresywnie zamraża procesy w tle (cached state).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0" y="2496312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496312"/>
            <a:ext cx="7315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i PMU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3000–5000 mAh Li-Poly. Power Management Unit (PMU) steruje napięciem per-rdzeń. Doze Mode ogranicza dostęp do CPU/sieci gdy ekran wyłączony.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01168" y="3300984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300984"/>
            <a:ext cx="7315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55848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(Neural Processing Unit)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Dedykowany akcelerator ML: Apple Neural Engine (16-core, 38 TOPS), Qualcomm Hexagon DSP. Odciąża CPU/GPU dla on-device AI inference.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0" y="3300984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300984"/>
            <a:ext cx="7315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355848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i kontekst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Akcelerometr, żyroskop, barometr, GPS, ToF, kamera IR. Dane sensoryczne dostarczane przez HAL do OS. Częstotliwość próbkowania → zużycie energii.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01168" y="4105656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4105656"/>
            <a:ext cx="7315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Wyświetlacz i pipeline graficzny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120Hz OLED: każda klatka 8.3ms. SurfaceFlinger (Android) / Core Animation (iOS) komponuje warstwy aplikacji. VSync synchronizuje render.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572000" y="4105656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105656"/>
            <a:ext cx="7315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Łączność i radio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5G/WiFi/BT modem: osobny procesor baseband (np. Qualcomm Snapdragon X65). OS pośredniczy przez Radio Interface Layer (RIL) — aplikacja nie ma bezpośredniego dostępu.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Dominujące platformy mobilne: Android i iOS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6.x (AOSP). CFS scheduler. cgroups v2. eBPF monitoring. Namespaces dla izolacji.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Runtime (ART). AOT (dex2oat) + JIT (profile-guided). Generational GC. DEX bytecode.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android.app, android.content, android.hardware. Binder IPC. SurfaceFlinger. WindowManager.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SELinux enforcing. Per-app UID. Verified Boot (dm-verity). Play Integrity API.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Play Store + sideloading APK/AAB. AOSP = open source. Vendor customizations (OEM UI, ROMs).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XNU (Mach microkernel + BSD). IOKit sterowniki. Mach-O format binarny. Darwin open source.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UIKit / SwiftUI. Core Foundation. Core ML. ARKit. Metal GPU API. Core Data.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Wyłącznie App Store (z wyjątkiem EU DMA 2024). Strict review. TestFlight dla bety. UDID-based dev.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62856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Bezpieczeństwo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Dystrybucja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/ iPadOS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LLVM + AOT (kompilacja natywna ARM64). Swift/ObjC ARC. ARC ≠ GC: deterministyczne zwalnianie.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Enclave (osobny T2/M2 chip). Code Signing (mandatory). Sandboxing entitlements. XPC.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5/45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vs iOS: filozofia otwartości i kontroli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platformy rozwiązują te same problemy inaczej. Różnice filozoficzne przekładają się na konkretne decyzje API, które dotykają każdego programisty.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645920"/>
            <a:ext cx="73152" cy="2633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Cecha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Udział rynkowy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Otwartość kodu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Instalacja aplikacji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 model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IPC mechanism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model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Uprawnienia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Customizacja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118104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18104" y="1645920"/>
            <a:ext cx="73152" cy="263347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~72% globalnie (2024)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monolityczny (CFS, cgroups)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AOSP open source (kernel, runtime)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APK sideloading + Play Store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 + SELinux + seccomp-bpf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ART: DEX → AOT+JIT native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Binder (kernel driver)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Fragmented: vendor + carrier delays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permissions (każde oddzielnie)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OEM UI (One UI, MIUI, EMUI)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071616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645920"/>
            <a:ext cx="73152" cy="2633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~28% globalnie, ~55% USA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XNU hybrydowy (Mach + BSD)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Darwin częściowo, reszta zamknięta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Wyłącznie App Store (+ EU DMA 2024)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Entitlements + Secure Enclave + XPC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LLVM: Swift/ObjC → natywny ARM64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XPC (Mach messages + launchd)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Unified: Apple push → natychmiastowe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manifest + one-time permissions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Brak — jednolity iOS na każdym iPhone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6/45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Warstwowa architektura mobilnego 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 OS to stos warstw, gdzie każda wyższa warstwa abstrahuje od szczegółów niższej. Programista aplikacji operuje wyłącznie na warstwie frameworkowej — jądro i HAL są niewidoczne.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645920"/>
            <a:ext cx="73152" cy="2633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APLIKACJE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android.hardware.camera2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SensorManager → SensorEventListener. SENSOR_DELAY_FASTEST = 0ms batching.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android.hardware.biometrics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LocationManager → GPS/Network/Passive. Fused Location Provider (Google).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118104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18104" y="1645920"/>
            <a:ext cx="73152" cy="263347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Layer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Layer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 Layer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HW Abstraction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Core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CameraDevice, CaptureRequest, ImageReader. Nie bezpośrednio — przez HAL wrapper.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android.media.AudioRecord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BiometricPrompt → Secure Enclave / TrustZone. Klucze biometryczne w KEYStore.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android.hardware.display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071616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645920"/>
            <a:ext cx="73152" cy="2633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 dewelopera: Activity, Fragment, ViewModel, Compose / SwiftUI, UIViewController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android.app, android.content, android.hardware / UIKit, Foundation, Core Data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 (Android Runtime) + Bionic libc / LLVM AOT + libSystem (BSD-derived)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Abstraction Layer: camera.h, audio.h, sensors.h — HIDL / AIDL interfejsy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6.x (Android): CFS, cgroups, eBPF, Binder IPC driver / XNU: Mach + BSD + IOKit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android.hardware.sensors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AudioFlinger mixuje strumienie. HAL mapuje na hardware codec.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android.hardware.location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WindowManager → SurfaceFlinger → HWC (Hardware Composer). VSync sync.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7/45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 vs iOS — szczegóły architektoniczne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w Androidzie (HIDL/AIDL)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Interface Definition Language (zastąpiony AIDL HAL od Android 11). Definiuje interfejsy C++ między frameworkiem a sterownikami. Vendor partition oddzielona od system partition — projekt Treble (2017).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IOKit w iOS/macOS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do komunikacji z hardware. Używany przez system (kexts). Aplikacje NIE mają dostępu do IOKit bezpośrednio — tylko przez wyższe API (Core Motion, Core Bluetooth itp.).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Treble — separacja OS/vendor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Android 8.0: jądro i sterowniki vendora oddzielone od AOSP przez stabilny HIDL interfejs. Efekt: vendor może zachować swoje sterowniki, Google aktualizuje OS. Czas aktualizacji skrócony.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Boot i dm-verity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dm-verity weryfikuje partycję /system przy starcie. Każdy blok ma hash. Modyfikacja → boot failure. iOS: Secure Boot Chain: BootROM → LLB → iBoot → kernel → userspace — każdy etap weryfikuje następny.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8/45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Jądro systemu operacyjnego: Linux CFS i XNU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Jądro definiuje fundamentalne mechanizmy: scheduling, zarządzanie pamięcią, sterowniki. Programista aplikacji nie dotyka jądra bezpośrednio — ale jego decyzje determinują zachowanie aplikacji.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— Completely Fair Scheduler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Linuxa w Androidzie. Algorytm: drzewo czerwono-czarne (rb-tree) z kluczem vruntime (wirtualny czas wykonania). Każdy wątek dostaje proporcjonalny udział CPU. Nice value -20…+19 modyfikuje wagę. Android: FOREGROUND_APP_ADJ = 0, CACHED_APP_ADJ = 906.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v2 (Control Groups)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Mechanizm grupowania procesów dla limitowania zasobów. Android używa cgroups dla: CPU (cpu.shares), pamięci (memory.limit_in_bytes), blkio (I/O throttling). Grupy: foreground, background, top-app, system. Automatyczne przez ActivityManager.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— izolacja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namespaces: PID (izolacja drzewa procesów), NET (izolacja stosu sieciowego), MNT (izolacja systemu plików), USER (mapowanie UID). Android: app sandbox oparty na UID + SELinux, nie pełnych namespaces jak Docker.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XNU — hybrydowe jądro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XNU = X is Not Unix. Mach microkernel (IPC przez ports, virtual memory) + BSD (POSIX API, VFS, sockets) + IOKit (sterowniki C++). Mach zapewnia messaging primitives; BSD — kompatybilność POSIX. Aplikacje widzą tylko BSD API.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w Androidzie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Berkeley Packet Filter: programy weryfikowane przez kernel, wykonywane w sandboxie JIT w przestrzeni kernela. Android używa eBPF do: network monitoring (NetworkStatsService), CPU profiling (simpleperf), security (LSM hooks).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Sterowniki i BINDER jako driver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IPC jest zaimplementowany jako driver kernela (/dev/binder). Przesył danych przez współdzieloną pamięć (mmap) — zero-copy dla dużych buforów. Android dodaje własne drivery: ashmem, logger, wakelocks, sync timeline.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9/45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— konfiguracja, OOM i procfs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3063240"/>
          </a:xfrm>
          <a:prstGeom prst="roundRect">
            <a:avLst>
              <a:gd name="adj" fmla="val 179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3063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Killer w Androidzie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Out-Of-Memory Killer to mechanizm kernela Linuxa, który przy wyczerpaniu RAM wybiera procesy do zabicia. Android's LMK (Low Memory Killer) to zmodyfikowany driver działający PRZED wyczerpaniem RAM — zabija procesy cached/background gdy wolna pamięć spada poniżej progów (Low Memory Thresholds). Progi konfigurowane przez ActivityManager.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3063240"/>
          </a:xfrm>
          <a:prstGeom prst="roundRect">
            <a:avLst>
              <a:gd name="adj" fmla="val 179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30632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 Thresholds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definiuje kilka progów RAM: minfree_adj[0..5]. Gdy wolna pamięć &lt; próg[i], procesy z OOM_ADJ &gt; adj[i] są ubijane. Im wyższy OOM_ADJ, tym bardziej prawdopodobne ubicie. ForegroundApp (ADJ=-900) jest praktycznie nietykalny. CachedApp (ADJ=906) ubijany pierwszy.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10/45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procesami: UID, priorytety i lifecycle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aplikacja to izolowany proces z unikalnym UID. System klasyfikuje procesy wg ważności i dynamicznie zarządza ich priorytetem. Kolejność ubijania jest deterministyczna.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645920"/>
            <a:ext cx="73152" cy="2633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FOREGROUND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Aplikacja na ekranie + aktywna interakcja. Nietykalny przez LMK. Najwyższy CPU priority.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ADJ: -800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Background Active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CACHED (B/G)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Aplikacja w tle, zamrożona. Pierwsza do ubicia przy presji RAM. Stan zachowany w RAM.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ADJ: 999+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118104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18104" y="1645920"/>
            <a:ext cx="73152" cy="263347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+ Active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Aplikacja widoczna (np. dialog innej aplikacji na tle). Bardzo rzadko ubijana.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ADJ: 300–500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Background Frozen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 bez aktywnych komponentów — czyste tło. Ubijany natychmiast przy potrzebie.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071616" y="1645920"/>
            <a:ext cx="2788920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645920"/>
            <a:ext cx="73152" cy="2633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719072"/>
            <a:ext cx="2569464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ADJ: -900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+ Passive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aktywny (ForegroundService z notyfikacją = ADJ 0). Długotrwałe zadania.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ADJ: 900–999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Components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11/45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Wieloprocesowość aplikacji i zarządzanie komponentami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android:process — wieloprocesowość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aplikacji może działać w osobnym procesie przez android:process=":remote" w AndroidManifest.xml. Każdy proces ma osobny UID mapping. Używane przez: Chrome (każda karta), Gboard, system apps (SystemUI, Settings).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ActivityManager i ProcessRecord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ActivityManager.Service (system_server) śledzi każdy proces przez ProcessRecord. Zawiera: UID, PID, OOM_ADJ, foreground/background state, aktywne komponenty (Activity, Service, BroadcastReceiver). AM decyduje o SIGKILL.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 — fork model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Zygote to proces-matka wszystkich aplikacji Android. Preloads klas i zasobów → fork() tworzy nowy proces aplikacji z gotową VM (zero cold start overhead). iOS: launchd + dyld shared cache pełni analogiczną rolę.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Procesy systemowe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system_server: centralny serwer systemowy (ActivityManager, WindowManager, PackageManager, LocationManager). surfaceflinger: renderowanie. mediaserver: audio/video. netd: sieć. Każdy jako osobny UID (AID_SYSTEM, AID_MEDIA itp.).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12/45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Wątki i planowanie: UI thread, Looper, Coroutines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wątkowa aplikacji mobilnej ma ścisłe reguły narzucone przez OS. Wątek UI jest świętością — jego blokada to ANR. Każda operacja I/O musi iść na wątek roboczy.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691640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691640"/>
            <a:ext cx="73152" cy="12207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46504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/ HandlerThread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Handler pozwala wysyłać wiadomości do Loopera określonego wątku. HandlerThread: wątek z wbudowanym Looperem. Używane przez: SensorManager (wątek callbacków), Camera2, AudioRecord.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91640"/>
            <a:ext cx="73152" cy="122072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46504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Dispatcher.IO vs Default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Coroutines: Dispatchers.IO = elastyczna pula wątków dla I/O (do 64 lub n_cores × 2). Dispatchers.Default = stała pula (n_cores) dla CPU-intensywnych zadań. Nie używaj Default dla sieci — blokuje obliczeniowe wątki.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01168" y="3058668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3058668"/>
            <a:ext cx="73152" cy="12207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13532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 — Grand Central Dispatch (iOS)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Dyspatcher kolejek Apple: Main Queue (serial, UI), Global Queues (QoS: userInteractive, userInitiated, utility, background), Custom Queues. QoS mapuje na priorytety schedulera OS.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572000" y="3058668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058668"/>
            <a:ext cx="73152" cy="122072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3113532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OS a priorytety wątków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CFS: nice value wątku. android.os.Process.setThreadPriority(THREAD_PRIORITY_DISPLAY=-4). Wątek UI: -10 (najwyższy user-space). Background: 10. iOS: QoS.userInteractive &gt; userInitiated &gt; utility &gt; background.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13/45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ANR, StrictMode i diagnozowanie problemów wątkowych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— Application Not Responding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generuje ANR gdy: main thread blokowany &gt; 5s (zwykłe), BroadcastReceiver &gt; 10s (foreground) / 60s (background). Efekt: dialog «Aplikacja nie odpowiada». Logi: /data/anr/traces.txt. Narzędzie: ANR Report w Android Vitals.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watchdog timer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watchdog co 1s sprawdza responsywność wątku UI przez Message.dispatch(). Jeśli wątek jest zablokowany (BLOCKED / WAITING), zegar ANR postępuje. Narzędzie: Systrace / Perfetto → timeline wątków.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StrictMode — detekcja błędów wątkowych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StrictMode.ThreadPolicy: detectNetwork(), detectDiskReads(), detectDiskWrites(). Penalty: Log, Dialog, Death (crash). StrictMode.VmPolicy: detectLeakedSqlLiteObjects(), detectActivityLeaks(). Obowiązkowo w DEBUG buildach.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Watchdog Timeout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main thread blokada ~3-8s → Watchdog kills app (kod wyjścia 0x8badf00d = "ate bad food" 😄). Exception Type: EXC_CRASH (SIGKILL). Crash report w Xcode Organizer. Najczęstsza przyczyna: synchroniczny URL fetch na main thread.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14/45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pamięci: RAM, onTrimMemory i GC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Pamięć RAM to krytyczny zasób bez możliwości rozszerzenia przez swap. System informuje aplikację o presji RAM przez callbacki — zignorowanie ich = SIGKILL bez możliwości reagowania.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691640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691640"/>
            <a:ext cx="73152" cy="12207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46504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GC w ART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używa Generational Concurrent Copying (CC) GC. Podział na: Young Space (nowe obiekty), Old Space (długożyjące). Minor GC: czyści Young (krótka pauza ~2ms). Major GC: czyści całość (dłuższa pauza ~10-50ms). Cel: minimalizacja pauz dla płynności UI.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91640"/>
            <a:ext cx="73152" cy="122072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46504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— Automatic Reference Counting (iOS)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Swift/ObjC używa ARC zamiast GC. Deterministyczne zwalnianie: gdy licznik referencji = 0, obiekt jest natychmiast zwolniony (nie czeka na GC). Wada: cykle referencji (retain cycles) = wycieki. Rozwiązanie: weak/unowned referencje.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01168" y="3058668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3058668"/>
            <a:ext cx="73152" cy="12207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13532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Pamięć wirtualna — paged memory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16KB strony pamięci (Apple Silicon). Android: 4KB (planowane 16KB od Android 15 dla perf). Pages mogą być: Resident (w RAM), Compressed (Compressor daemon iOS), Swapped (brak na mobile!). iOS ma Compressor zamiast swap.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15/45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GC, alokacje i profilowanie pamięci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Jank z powodu GC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Jank = dropped frame (&gt;16.7ms na 60Hz, &gt;8.3ms na 120Hz). GC pause blokuje ART na kilka-kilkanaście ms. Szczególnie destruktywne: alokacje w onDraw(), RecyclerView.onBindViewHolder(), Looper.loop(). Profiler → Memory Track → GC Events.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pooling — eliminacja alokacji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tworzyć nowe obiekty w hot path: pooluj i reużywaj. Android: Pools.acquire() / Pools.release(). Bitmap: BitmapPool (Glide/Coil). Android MessageQueue: Message.obtain() zamiast new Message(). Cel: zero alokacji w głównej pętli renderowania.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Profiler — Android Studio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dump: migawka sterty w chwili T. Allocation tracking: każda alokacja z stack trace. Retained size: ile pamięci zostałoby zwolnione gdyby obiekt był usunięty. Native heap (JNI): osobny tracker (jemalloc).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— Xcode (iOS)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instrument: wykrywanie wycieków. Allocations: śledzenie każdej alokacji z call tree. VM Tracker: anonymous VM, dirty pages, compressed. Memory Graph Debugger w Xcode: wizualizacja grafu obiektów z wskazaniem retain cycles.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16/45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energią: Doze Mode, WakeLock, WorkManager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to ograniczony zasób, który OS zarządza agresywnie od Android 6.0. Aplikacja musi współpracować z systemem — używać kontraktów API zamiast walczyć z ograniczeniami.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Mode (Android 6.0+)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ekran wyłączony + nieruchomy + niepodłączony: system przechodzi w Doze. Kolejne okna «maintenance windows» (1h, 2h, 4h…). Podczas Doze: brak sieci, brak CPU wakeups, brak JobScheduler, brak synców. Tylko FCM high-priority messages przechodzą.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Standby (Android 6.0+)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nieużywana przez użytkownika X dni → przechodzą do Standby. Bucket: Active &gt; Working Set &gt; Frequent &gt; Rare &gt; Restricted (Android 12+). Im niższy bucket, tym rzadsze okna sieciowe i job execution.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WakeLock — trzymanie CPU aktywnym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PowerManager.WakeLock.acquire() zapobiega przejściu CPU w sleep. Wymaga uprawnienia android.permission.WAKE_LOCK. PARTIAL_WAKE_LOCK: CPU aktywny, ekran może być wyłączony. NIGDY nie zapomnij release() — wyczerpie baterię. Preferuj WorkManager.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— prawidłowe background tasks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WorkManager: contractor z systemem dla gwarantowanego wykonania. OneTimeWorkRequest, PeriodicWorkRequest (min. 15 min). Constraints: requiresNetwork, requiresCharging, requiresBatteryNotLow. Działa przez JobScheduler (API 23+) lub AlarmManager (starsze).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Historian — analiza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Battery Historian: narzędzie do analizy zrzutu baterii (adb bugreport). Wizualizacja: które procesy/wakelocki zjadają baterię. Wakelock &gt;1s bez aktywności użytkownika = czerwona flaga.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Background App Refresh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background fetch: system budzi aplikację co ~15 min (zależy od zachowania użytkownika i stanu sieci). Background Processing Task: do 30 sekund obliczeń. Background URLSession: pobieranie przez system. Silent push notification: budzenie na żądanie.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17/45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WorkManager, JobScheduler i energy-aware scheduling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3063240"/>
          </a:xfrm>
          <a:prstGeom prst="roundRect">
            <a:avLst>
              <a:gd name="adj" fmla="val 179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3063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Alarms — kiedy wolno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12+: SCHEDULE_EXACT_ALARM wymaga uprawnienia i może być cofnięte przez użytkownika. Dozwolone: alarmy kalendarza, przypomnienia o lekach, budziki. Niedozwolone: background sync, telemetria. Użyj inexact alarms (WorkManager) dla synchronizacji.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3063240"/>
          </a:xfrm>
          <a:prstGeom prst="roundRect">
            <a:avLst>
              <a:gd name="adj" fmla="val 179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30632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 Restrictions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14: ForegroundService wymaga deklaracji foregroundServiceType (camera, location, mediaPlayback, phoneCall itp.). ForegroundService z długim czasem pracy bez user interaction może zostać zatrzymany przez Restricted Standby Bucket.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18/45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plików i dane aplikacji: Scoped Storage, SQLite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Prywatna przestrzeń aplikacji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Ograniczenie dostępu do MediaStore i Storage Access Framework. Aplikacja bez uprawnienia READ_MEDIA_* widzi tylko SWOJE pliki w MediaStore. MANAGE_EXTERNAL_STORAGE (specjalne, tylko file managers). Cel: eliminacja «pliku śmietnikowego» na /sdcard.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Jetpack Security: klucz AES-256-GCM z Android Keystore. Transparentne szyfrowanie: EncryptedSharedPreferences.create(). Klucz przechowywany w Secure Enclave / TEE (Trusted Execution Environment) — niedostępny nawet przez root.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62856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Scoped Storage (Android 10+)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EncryptedSharedPreferences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— Data Containers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19/45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Bazy danych i trwałość danych: Room, SQLite, DataStore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on mobile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Migracje bazy danych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62856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jest wbudowany w Android i iOS. Room (Android) / CoreData (iOS) to ORM-y nad SQLite. SQLite używa WAL (Write-Ahead Logging) dla równoczesnych odczytów. Baza danych jako plik w prywatnej przestrzeni aplikacji — szyfrowanie przez SQLCipher lub EncryptedRoom.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20/45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bezpieczeństwa mobilnych 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mobilnego OS to wielowarstwowy system: Secure Boot, podpisy kryptograficzne, izolacja procesów, kontrola uprawnień, Trusted Execution Environment. Każda warstwa jest niezależna — kompromis jednej nie pokonuje całości.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Podpisy kryptograficzne APK/IPA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każde APK podpisane kluczem RSA 2048 / ECDSA (p256). Weryfikacja przy instalacji i aktualizacji. APK Signature Scheme v3/v4 (lineage of trust). iOS: IPA podpisany certyfikatem Apple Developer. Code Signature = Mach-O hash tree.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Boot / Secure Boot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dm-verity weryfikuje /system i /vendor przy każdym boot. Modyfikacja = boot failure lub tryb warning. Rollback Protection: nonce w TEE. iOS: Secure Boot Chain: każdy etap bootloadera weryfikowany przez Apple Root CA.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w Androidzie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Security-Enhanced Linux: mandatory access control (MAC). Każdy proces ma kontekst SELinux (u:r:untrusted_app:s0). Polityka: Type Enforcement reguły definiują co może czytać/pisać/wykonywać. enforcing mode — naruszenia = blokada operacji + audit log.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Enclave / TrustZone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TrustZone: izolowany świat sprzętowy (Trusted World) obok normalnego. Apple Secure Enclave: osobny procesor (T1/T2 na Mac, wbudowany w A/M chip na iOS). Przechowuje: klucze biometryczne, klucze szyfrowania dysku, Apple Pay dane.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Integrity API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Zastąpił SafetyNet od 2024. Weryfikuje integralność urządzenia i aplikacji: BASIC (bootloader OK), DEVICE (certyfikowane przez Google), STRONG (najsilniejsze). Odpowiedź = JWT podpisany przez Google. Używane przez banking apps, streaming.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Transport Security (ATS)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Wymusza HTTPS dla wszystkich połączeń sieciowych. TLS 1.2+ minimalne. Certyfikat: SHA-256, 2048-bit RSA lub 256-bit ECC. Wyjątki w Info.plist (NSAllowsArbitraryLoads) wymagają uzasadnienia przy review App Store.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21/45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Wektory ataków i bezpieczne kodowanie Android/iOS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Provider security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ContentProvider: android:exported + android:permission. URI permission grants: grantUriPermission() dla jednorazowego dostępu. FileProvider: bezpieczne udostępnianie plików zamiast content:// URI z pełnym dostępem. Zawsze waliduj parametry zapytań w ContentProvider.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Tapjacking i overlay attacks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Atak: malicious app rysuje overlay nad Twoją aplikacją (transparentny) → przechwytuje kliknięcia. Ochrona: FLAG_SECURE (blokuje screenshots + overlay), android:filterTouchesWhenObscured=true (ignoruje kliknięcia z overlay). Wymagane dla wrażliwych przycisków (płatności).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Pinning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certyfikatu serwera przez hash publicznego klucza. OkHttp: CertificatePinner. iOS: URLSession + NSURLSessionDelegate. Ochrona przed MITM nawet z self-signed cert w CA. UWAGA: backup pins i rotacja klucza serwera = konieczność aktualizacji aplikacji.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22/45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Uprawnienia: runtime permissions, polityki i one-time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Grupy uprawnień Android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grupuje permissions: READ_CONTACTS + WRITE_CONTACTS = grupa CONTACTS. Przyznanie jednego z grupy = automatyczne przyznanie całej grupy (do Android 12). Android 13+: READ_MEDIA_IMAGES, READ_MEDIA_VIDEO, READ_MEDIA_AUDIO oddzielnie (zamiast READ_EXTERNAL_STORAGE).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Permissions (Android 11+)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CAMERA, MICROPHONE: uprawnienie przyznawane jednorazowo. Po opuszczeniu aplikacji → cofnięte. Kolejne uruchomienie = ponowny request. Cel: minimalizacja ciągłego dostępu do wrażliwych zasobów. UX: wyraźnie komunikuj potrzebę uprawnienia w kontekście użycia.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 (iOS 17+)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wymaga PrivacyManifest.xcprivacy deklarującego: używane API (NSPrivacyAccessedAPITypes), zbierane dane (NSPrivacyCollectedDataTypes), tracking domains. Od maja 2024: obowiązkowy dla nowych aplikacji. Biblioteki third-party też muszą go dostarczać.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Auto-reset Permissions (Android 11+)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Aplikacje nieużywane przez kilka miesięcy mają automatycznie cofane runtime permissions (CAMERA, LOCATION, MICROPHONE). App może zwrócić się o wyłączenie auto-reset (PackageManager.isAutoRevokeWhitelisted()). Cel: minimalizacja stałych dostępów.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23/45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 izolacja aplikacji: UID, SELinux, seccomp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 Isolation — podstawa sandboxu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SELinux Type Enforcement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Seccomp (Secure Computing) ogranicza syscalle dostępne dla procesu. Android: aplikacja może wywołać ~100 syscalli (z 350+). Blokowane: ptrace (debugging), personality, module_load. Naruszenie → SIGSYS. Implementacja przez BPF program w kernelu.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sandbox zdefiniowany przez entitlements (XML w Mach-O). Entitlement = capability: com.apple.developer.healthkit, com.apple.developer.push-notifications. App Store review weryfikuje każde entitlement. Brak entitlement = API zwraca błąd. JIT (JavaScript): specjalny entitlement.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Android: Ashmem (Anonymous Shared Memory) przez fd. Binder duże bufory: mmap + fd transfer. Brak bezpośredniego cross-app shared memory bez Binder mediation. iOS: app groups + NSUserDefaults suite; memory mapping przez mmap z shared container (App Extension).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Randomizacja adresów: stack, heap, biblioteki losowane przy każdym uruchomieniu. Utrudnia exploity (np. ROP - Return Oriented Programming). Android 64-bit: ASLR entropy 28 bits (przestrzeń adresowa 4TB). iOS: PIE (Position Independent Executable) + ASLR.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Filesystem level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 level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Syscall level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562856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Każda aplikacja Android: UID w zakresie 10000–19999. Pliki własne aplikacji: owned by jej UID. Inne aplikacje = inny UID → brak dostępu przez filesystem. Shared UID (android:sharedUserId) umożliwia współdzielenie — deprecated od API 29.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seccomp-bpf — filtrowanie syscalli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Sandbox — Entitlements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Memory — ograniczenia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ASLR — Address Space Layout Randomization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 isolation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SELinux MAC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seccomp-bpf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24/45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Runtime (ART): AOT, JIT, GC i Bionic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to środowisko wykonawcze Androida od wersji 5.0. Zastąpiło Dalvik VM. Łączy AOT (Ahead-of-Time) compilation z JIT (Just-in-Time) i profilowaniem dla optymalnej wydajności.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→ Native pipeline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Kotlin/Java → .class → dex2oat → .dex + .oat (native). Instalacja: dex2oat kompiluje krytyczne metody AOT. Pierwsze uruchomienie: interpreter + JIT profiluje hot metody. Background: dexopt re-kompiluje z profilem (Cloud Profiles od Android 9).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Profil-guided compilation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zbiera profil JIT (hot methods, class loading paths) w /data/misc/profiles/. Daemon background dexopt re-kompiluje z profilem gdy urządzenie ładowane + idle. Efekt: 20-40% szybszy start po 1-2 dniach używania. Cloud Profiles: Google Play dostarcza profile przed instalacją.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Concurrent Copying GC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Heap: Young Space (eden + semi-space) + Old Space (large objects). Minor GC: kopia żywych obiektów z Young do Old → bardzo krótka pauza (&lt;5ms). Major GC: concurrent marking z stop-the-world tylko do fixup refs (~10-50ms). Cel: min. pauz w UI.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Bionic libc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Własna libc Apple Androida (nie glibc). Mniejszy footprint: ~1MB vs ~3MB glibc. Wbudowane pthreads, math. Brak wsparcia dla POSIX message queues (mq_open). Brak locales (setlocale). Własny dynamic linker: linker64 (obsługuje RELR relocations).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AOT w iOS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→ LLVM IR → ARMv8 native. Zero interpreter — zawsze natywny kod. ARC (Automatic Reference Counting) wpleciony przez kompilator w każdą operację na obiekcie (retain/release). Brak GC pauz = deterministyczna latencja. Wadą: dłuższy czas kompilacji.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vs AOT — trade-offs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AOT: szybki start (metody już skompilowane), duże pliki .oat (~20% więcej miejsca), wolna instalacja. JIT: szybka instalacja, wolniejszy start (kompilacja runtime), adaptuje się do wzorców użycia. ART hybryd: instalacja JIT → background AOT z profilem = best of both.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25/45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ART: optymalizacja startu aplikacji i profilowanie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proces (kill → start) — najwolniejszy. Cel Android: &lt;500ms. Baseline Profile skraca o 30-40%.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żyje, Activity odtworzona (np. obrót ekranu). Szybszy: brak fork Zygote. ~200ms.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Start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widoczna po przywołaniu z background (onResume). Najszybszy: tylko render. &lt;100ms.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26/45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IPC: Binder, AIDL i komunikacja między komponentami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to IPC mechanism Android — sterownik kernela umożliwiający komunikację między procesami z weryfikacją tożsamości. Każde wywołanie systemowego API (Bluetooth, WiFi, lokalizacja) to wywołanie Bindera.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" y="1645920"/>
            <a:ext cx="4233672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645920"/>
            <a:ext cx="73152" cy="2633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19072"/>
            <a:ext cx="4014216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AIDL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Każde wywołanie Binder: marshal → kernel → demarshal. Narzut: ~10-50μs dla małych danych. Duże dane (Bitmap, audio): przez ashmem fd (zero-copy mmap). Ogranicz częstotliwość wywołań Binder w hot paths (nie w onDraw).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(implicit/explicit) przez ActivityManagerService (Binder pod spodem). Explicit: bezpieczne, konkretna klasa. Implicit: niebezpieczne bez signature permission. LocalBroadcastManager (deprecated) → zastąpiony przez Flow/LiveData dla in-process communication.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XPC Services: lightweight launchd-managed procesy dla background work. NSXPCConnection + NSXPCInterface. Błąd w XPC usłudze → tylko ta usługa crasha, nie cała aplikacja. Używane przez: WebKit (każda karta = osobny XPC proc), iMessage, Photos processing.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62856" y="1645920"/>
            <a:ext cx="4233672" cy="2633472"/>
          </a:xfrm>
          <a:prstGeom prst="roundRect">
            <a:avLst>
              <a:gd name="adj" fmla="val 208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1645920"/>
            <a:ext cx="73152" cy="263347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19072"/>
            <a:ext cx="4014216" cy="2487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Binder Transaction Overhead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jako lightweight IPC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XPC — iOS IPC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27/45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Intenty, BroadcastReceiver i ContentProvider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— mechanizm komunikacji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= wiadomość z akcją (ACTION_VIEW), danymi (URI) i extras. Explicit: new Intent(ctx, TargetActivity.class). Implicit: system wybiera handler przez PackageManager → Intent Resolution. Pending Intent: delegowany intent dla alarmów, notyfikacji, widgetów.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BroadcastReceiver — zdarzenia systemowe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Reaguje na systemowe eventy: BOOT_COMPLETED, BATTERY_LOW, CONNECTIVITY_CHANGE, SMS_RECEIVED. Static (Manifest): odbiorca może być uruchomiony nawet gdy aplikacja nieaktywna (z ograniczeniami API 26+). Dynamic (registerReceiver): żyje z aktywnością/serwisem.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vs Normal Broadcast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wysyłany do wszystkich równolegle. Ordered: seria — każdy odbiorca może modyfikować lub przerwać. PendingIntent: enkapsuluje Intent z tożsamością nadawcy — system może wysłać w imieniu aplikacji (Notification, AlarmManager).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 — ustrukturyzowany dostęp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przez URI: content://com.example.provider/tasks/42. ContentResolver po stronie klienta. CursorLoader dla async. MediaStore, ContactsProvider, CallLog, CalendarProvider to systemowe ContentProviders. FileProvider: bezpieczne file sharing.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28/45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 życia aplikacji: Activity, ViewModel, State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może zatrzymać lub zniszczyć aplikację w dowolnym momencie. Stan musi być zapisywany deterministycznie — użytkownik nie może odczuć różnicy między «zamrożoną» a «odtworzoną» aplikacją.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onCreate()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Inicjalizacja: layout inflation, ViewModel, data binding. NIE: sieć, kamera, ciężkie operacje.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onStart()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widoczna ale nie-fokusowana. Rejestracja sensorów z niskim priorytetem.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onResume()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na pierwszym planie. Ekskluzywne zasoby: kamera, mikrofon. Animacje. Czas: RUNNING.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onPause()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 Activity przechodzi na front. Krótki callback — NIE wykonuj ciężkich zadań. Zwolnij zasoby ekskluzywne.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onStop()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niewidoczna. Zapisz do ViewModel/Room. System może zniszczyć bez onDestroy.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onDestroy()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Ostatni callback. Zwolnij niepamiętane zasoby. viewModelScope automatycznie cancelled.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29/45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Lifecycle: UIKit, SwiftUI i ScenePhase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UIApplication States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Running → Inactive → Active → Background (5s) → Suspended. System może przejść z Suspended bezpośrednio do Not Running (bez callback). applicationWillTerminate() nie jest gwarantowane — stan MUSI być zapisany wcześniej (w scenePhase.background).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Restoration iOS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UIStateRestoration: kodowanie/dekodowanie stanu widoków. SwiftUI: @SceneStorage dla prostych wartości (wbudowany). NSUserActivity (Handoff, Spotlight, Quick Note). CoreData context saved state. iOS 15+: UIScene.StateRestorationActivity.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Extension Lifecycle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(Widget, Share, Today, Notification): osobny proces, ograniczona pamięć (~120MB), brak UIApplication. Komunikacja z App: App Groups (NSUserDefaults suite, FileManager shared container). WidgetKit: Timeline provider + refresh policy.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30/45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Execution: limity, ForegroundService, WorkManager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Nowoczesne OS drastycznie ograniczają background execution dla oszczędności baterii. Długotrwałe zadania wymagają explicite kontraktu z systemem — w przeciwnym razie są przerywane.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Execution Limits (API 26+)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Aplikacje w tle NIE mogą: startować serwisów w tle (startService() → IllegalStateException), rejestrować implicit BroadcastReceivers w Manifeście dla większości akcji. Wyjątki: alarm, telefon, SMS, boot completed. Zawsze sprawdź dokumentację Background limitations.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ForegroundService — widoczny serwis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z aktywną notyfikacją (widoczną przez użytkownika). Wymagana FOREGROUND_SERVICE permission. Android 14: obowiązkowy typ (dataSync, mediaPlayback, location itp.). System nie ubija FG serwisu (chyba że Restricted bucket lub thermal throttling). Max czas nieokreślony, ale bateria jest monitorowana.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— guaranteed execution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Gwarantowane wykonanie nawet po restarcie urządzenia. Leniwe: system decyduje kiedy uruchomić (z uwzględnieniem baterii, sieci, ładowania). Constraints: requiresNetworkType, requiresCharging, requiresStorageNotLow, requiresDeviceIdle. ROOM dla persistence zadań.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JobScheduler (API 21+)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Bezpośredni predecessor WorkManager (API niżej w stacku). Batched execution: OS grupuje joby dla efektywności. Guaranteed execution after reboot przez PersistableBundle. WorkManager używa JobScheduler pod spodem na API 23+. Preferuj WorkManager.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AlarmManager — precyzyjne alarmy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setExact(): wymaga SCHEDULE_EXACT_ALARM (API 31+). setExactAndAllowWhileIdle(): przenika Doze Mode (1 na ~9 min). Tylko dla: budziki, przypomnienia o lekach, kalendarze. Brak dla: background sync, telemetria. Alternatywa: WorkManager z setInitialDelay.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Background Modes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Deklaracja w Info.plist: UIBackgroundModes. Dostępne tryby: audio (odtwarzanie), location (ciągła GPS), voip, fetch, remote-notification, processing, bluetooth-central/peripheral. Każdy tryb wymaga uzasadnienia w App Store review.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31/45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Sensory, UI Pipeline i ANR: SensorManager, SurfaceFlinger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SensorManager i SENSOR_DELAY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SensorManager.registerListener(listener, sensor, SENSOR_DELAY_X). Wartości delay: UI=200ms, GAME=20ms, NORMAL=200ms, FASTEST=0ms. Wyższy sampling rate = wyższe zużycie energii. Odregistruj w onPause() — brak = wyciek baterii i pamięci.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Motion — iOS sensory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CMMotionManager: accelerometer (x,y,z w g), gyroscope (rad/s), magnetometer (microtesla), deviceMotion (fused: quaternion, gravity, userAcceleration). startDeviceMotionUpdates(using:) — referencja systemu współrzędnych: CMAttitudeReferenceFrame.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SurfaceFlinger — kompozytor Android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SurfaceFlinger: system compositor, działa jako osobny serwis. Kompozytuje warstwy aplikacji (Surface) + system UI + nawigacja → wysyła do HWC (Hardware Composer) → wyświetlacz. VSync synchronizacja: każda klatka 16.7ms (60Hz) lub 8.3ms (120Hz).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Animation — iOS compositor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CALayer: backing store dla każdego UIView. Core Animation działa na render thread osobno od main thread. Animacje: main thread ustawia Model Layer → CA tworzy Presentation Layer → GPU renderuje. Metal Performance HUD: overlay z GPU frame time.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32/45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Fragmentacja Androida: SDK_INT, targetSdkVersion, compat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działa na ponad 24,000 różnych modelach urządzeń. Fragmentacja wersji OS (Android 10 na ~6% vs Android 14 na ~20%) i sprzętu (RAM 1GB–16GB, GPU klasy low-mid-high) wymaga adaptacyjnego kodu.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1691640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691640"/>
            <a:ext cx="73152" cy="122072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46504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feature loading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ActivityManager.isLowRamDevice() → uproszczone UI, mniej animacji, niższa rozdzielczość zasobów. Configuration.screenLayout, uiMode, smallestScreenWidthDp → adaptive layout. Build.SUPPORTED_ABIS → sprawdź dostępność natywnych bibliotek (arm64-v8a vs armeabi-v7a).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91640"/>
            <a:ext cx="73152" cy="122072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46504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AndroidX Compat biblioteki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BackportManager i CompatX: nowe API dostępne na starszych wersjach. ContextCompat.checkSelfPermission() → działa na Android 4.0+. NotificationCompat.Builder → bezpieczny na wszystkich wersjach. ViewCompat, DrawableCompat, MenuItemCompat — zawsze preferuj Compat.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01168" y="3058668"/>
            <a:ext cx="4224528" cy="1220724"/>
          </a:xfrm>
          <a:prstGeom prst="roundRect">
            <a:avLst>
              <a:gd name="adj" fmla="val 4494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3058668"/>
            <a:ext cx="73152" cy="122072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13532"/>
            <a:ext cx="4023360" cy="1110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na fragmentacji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Test Lab: ponad 200 fizycznych i wirtualnych urządzeń. Emulator: ARM vs x86 — niektóre bugów obecne tylko na ARM. Obowiązkowe: test na urządzeniu low-end (1-2GB RAM), test na najnowszym Android release, test na minSdk urządzeniu.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33/45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Aktualizacje OS: deprecacje, polityki i vendor chaos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1216152"/>
            <a:ext cx="4224528" cy="923544"/>
          </a:xfrm>
          <a:prstGeom prst="roundRect">
            <a:avLst>
              <a:gd name="adj" fmla="val 594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216152"/>
            <a:ext cx="73152" cy="9235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71016"/>
            <a:ext cx="4023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cycle Android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deprecjonuje API przez ~2 lata (warning → deprecated → removal). Usunięcia: RenderScript (API 31+), AsyncTask (31), kotlin-android-extensions (Kotlin 1.7). GDAL: sprawdzaj Android Developers Blog przy każdym release. AGP (Android Gradle Plugin) aligns z targetSdk.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572000" y="1216152"/>
            <a:ext cx="4224528" cy="923544"/>
          </a:xfrm>
          <a:prstGeom prst="roundRect">
            <a:avLst>
              <a:gd name="adj" fmla="val 594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216152"/>
            <a:ext cx="73152" cy="92354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271016"/>
            <a:ext cx="4023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Behavioural Changes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wersja Android zmienia zachowanie dla targetSdk=N. Android 12: notification trampoline blocked, foreground service restrictions. Android 13: fine-grained media permissions. Android 14: exact alarms restricted, health permissions. Czytaj "Behavioural Changes" każdego release.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01168" y="2286000"/>
            <a:ext cx="4224528" cy="923544"/>
          </a:xfrm>
          <a:prstGeom prst="roundRect">
            <a:avLst>
              <a:gd name="adj" fmla="val 594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286000"/>
            <a:ext cx="73152" cy="92354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40864"/>
            <a:ext cx="4023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Mainline — modular updates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Apex modules (od Android 10): aktualizacja podsystemów przez Google Play bez pełnej aktualizacji OS. Moduły: Media Codecs, DNS Resolver, Network Stack, WebView, Permission Controller. Naprawy bezpieczeństwa bez oczekiwania na OEM update.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4224528" cy="923544"/>
          </a:xfrm>
          <a:prstGeom prst="roundRect">
            <a:avLst>
              <a:gd name="adj" fmla="val 594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286000"/>
            <a:ext cx="73152" cy="92354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2340864"/>
            <a:ext cx="4023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customizations i opóźnienia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One UI, MIUI, EMUI: nakładki UI + własne usługi systemowe. Opóźnienie między Google release a OEM update: 3-12 miesięcy. Samsung: ~3-4 miesiące dla flagship, ~6-12 dla mid-range. Pixel: day-0 updates. Wpływ na dewelopera: nie zakładaj najnowszego API.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01168" y="3355848"/>
            <a:ext cx="4224528" cy="923544"/>
          </a:xfrm>
          <a:prstGeom prst="roundRect">
            <a:avLst>
              <a:gd name="adj" fmla="val 594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355848"/>
            <a:ext cx="73152" cy="9235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410712"/>
            <a:ext cx="4023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— zunifikowane aktualizacje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jeden build iOS dla wszystkich iPhone. Adopcja iOS 17 po 6 miesiącach: &gt;85% aktywnych urządzeń. Brak vendor delays. Polityka wsparcia: iOS N wspiera iPhone z 5-6 lat wstecz. Deweloper: minSupportedVersion zwykle 2 lata wstecz (= iOS N-2).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572000" y="3355848"/>
            <a:ext cx="4224528" cy="923544"/>
          </a:xfrm>
          <a:prstGeom prst="roundRect">
            <a:avLst>
              <a:gd name="adj" fmla="val 594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355848"/>
            <a:ext cx="73152" cy="92354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410712"/>
            <a:ext cx="40233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 — iOS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@available(iOS X.0, *): guard dla nowych API. #available: runtime check. Zamienniki: UIWebView → WKWebView (deprecated 2020), Push Notifications → UserNotifications framework, URL Loading → URLSession. Sprawdzaj WWDC Release Notes każdego roku.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34/45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Alternatywne OS mobilne: HarmonyOS, Sailfish, Ubuntu Touch, KaiOS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Poza Android i iOS istnieje ekosystem alternatywnych systemów — niszowych, badawczych lub regionalsych. Warto je znać jako punkt odniesienia architektonicznego dla różnych kompromisów projektowych.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HarmonyOS (Huawei)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Mikrojądro zamiast monolitycznego Linux. Formalna weryfikacja IPC (seL4-inspired). ArkUI + Ark Compiler (AOT). Atomic Services — aplikacje jako małe serwisy, nie monolit. Instalacja przez AppGallery. Wspiera binarne aplikacje Android (EMUI). Od 2023: HarmonyOS Next = pełne odejście od Linuxa.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Sailfish OS (Jolla)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+ Mer Project (fork MeeGo). UI: Qt/QML — gesture-based, bez przycisków. Alien Dalvik: kompatybilność z APK Android. Izolacja aplikacji słabsza niż Android. Używany przez: rządy Rosji, Indii dla aplikacji rządowych (mniej zależność od US tech stack). Komercyjny, nie open source.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Touch (UBports)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(Unity 8 zastąpiony Lomiri). Aplikacje: click packages (.click). Qt/QML + HTML5 apps. AppArmor zamiast SELinux. Convergence: ten sam OS na telefon + desktop. Brak GMS. Niski udział rynkowy, aktywna społeczność open-source. Ubuntu Touch 20.04.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KaiOS (feature phones)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+ Gecko engine (Firefox OS lineage). Aplikacje: Web Apps (HTML5/CSS/JS). RAM: &lt;512MB docelowo. Zainstalowany na 200M+ urządzeń (Indie, Afryka, rynki wschodzące). Wspierany przez Google (inwestycja $22M), WhatsApp, YouTube mają natywne apps. API: Web APIs (webtelephony.h, getNetworks).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postmarketOS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Linux na telefony (nie Android). musl libc zamiast Bionic. Wsparcie 250+ urządzeń. Cel: długoterminowe wsparcie (telefon &gt; 10 lat). UI: Phosh (GNOME Mobile), Plasma Mobile. Brak Google Services. Eksperymentalny, dla entuzjastów prywatności.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LineageOS / GrapheneOS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fork bez Google Services. LineageOS: community-maintained AOSP. GrapheneOS: hardened Android dla prywatności (tylko Pixel): hardened malloc, network permission per-app, LTE-only mode, sandboxed Google Play. Używany przez dziennikarzy i aktywistów.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35/45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Fuchsia OS: Zircon, capability-based security i Components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Fuchsia to badawczy OS Google oparty na jądrze Zircon — mikrojądrze bez POSIX, z capability-based security. Radykalnie inna architektura niż Linux lub XNU. Wdrożony na Google Nest Hub od 2021.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 — mikrojądro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 ≠ Linux. Kernel zapewnia tylko: zadania (threads, processes), IPC (channels, sockets, fifos), obiekty (handles, VMOs, ports), przerwania sprzętowe. Sterowniki NIE są w kernelu — działają jako user-space procesy. Brak POSIX (brak fork, exec, ptrace, /proc).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Capability-based security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zasób reprezentowany przez Handle (unforgeable capability). Brak ambient authority — nie można otworzyć pliku przez ścieżkę bez posiadania handle do katalogu. Komponent może używać tylko zasobów, których handle jawnie otrzymał. Formalnie weryfikowalna izolacja.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Framework (CF2)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Jednostka deploymentu: Component. Deklaratywny manifest: uses capabilities, exposes capabilities. Komponent nie może komunikować się z innym bez explicite routing w topologii. Drzewo komponentów zamiast płaskich procesów. Testowanie: izolowane komponenty.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FIDL — Fuchsia Interface Definition Language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Alternatywa dla AIDL i protobuf. Opisuje interfejsy między komponentami. Bindingi dla: C++, Rust, Go, Dart. Asynchroniczny IPC (channels, epitaphs). Brak blokowania — wszystkie operacje async. Strongly typed, wersjonowane.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POSIX — konsekwencje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Istniejące aplikacje Linux/Android nie działają bez portowania. Biblioteki zakładające fork() (np. OpenSSL, SQLite w starszych wersjach) wymagają adaptacji. Rust, C++17, Dart (Flutter) są pierwszorzędnymi językami. Go wspierany. Python: częściowe wsparcie.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Produkcja: Google Nest Hub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Fuchsia deployed na Nest Hub (ekrany Google Home) od maja 2021 — pierwsza publiczna produkcja. Zastąpił Cast OS (Linux-based). Uzasadnienie: szybszy update, lepsza izolacja dla audio processing, długoterminowe wsparcie. Użytkownicy nie widzą różnicy — UI identyczny.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36/45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modeli architektonicznych mobilnych 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1170432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43584"/>
            <a:ext cx="2569464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IPC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Binder driver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XPC (Mach msg)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HarmonyOS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IPC (cap.)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Fuchsia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Channels/Handles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Sailfish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AppArmor (weak)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+ Gecko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sandbox only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Volume/ImmersiveSpace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KLUCZOWE OBSERWACJE: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118104" y="1170432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18104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243584"/>
            <a:ext cx="2569464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model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monol.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UID+SELinux+seccomp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XNU hybr.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Entitlements+Enclave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Microkernel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Capability-based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Zircon micro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Capability (handles)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Qt/QML + APK compat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C++/QML/JS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Apps (manifest)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HTML5/JS/CSS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XPC + RealityKit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Trend: mikrojądra (Zircon, Harmony) dla formalne izolacji ↑ | Monolityczny Linux = pragmatyzm wydajności i kompatybilności | Capability model zastępuje UID-based security | Spatial OS = nowa kategoria.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071616" y="1170432"/>
            <a:ext cx="2788920" cy="3108960"/>
          </a:xfrm>
          <a:prstGeom prst="roundRect">
            <a:avLst>
              <a:gd name="adj" fmla="val 1967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170432"/>
            <a:ext cx="73152" cy="31089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243584"/>
            <a:ext cx="2569464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aplikacji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Języki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Activity/Service/BR/CP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Kotlin/Java/C++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UIViewController / Scene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Swift/ObjC/C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Atomic Services + Pages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ArkTS/Java/C++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 (CF2)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Rust/C++/Dart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DBus + Binder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KaiOS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APIs only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visionOS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Swift/SwiftUI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37/45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przestrzenne: visionOS i SpaceOS — nowy lifecycle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OS redefiniuje pojęcie okna, aplikacji i cyklu życia. Zamiast okien i aktywności: obiekty 3D zakotwiczone w przestrzeni. OS zarządza kontekstem immersyjnym, nie widokami 2D.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 — trzy typy scen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WindowGroup (flat 2D okno floating w przestrzeni), Volume (3D box z obiektem, rozmiar w metrach), ImmersiveSpace (pełne przejęcie środowiska — jak VR full immersion). Każdy typ ma inny lifecycle i renderowanie.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lifecycle — bez onPause()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ma pojęcia «ukrytej aplikacji» jak w Android. visionOS: okno może być widoczne obok innego. ImmersiveSpace: monopóluje środowisko → inne apps «zawijane». ScenePhase: active, inactive, background — ale background = naprawdę zawieszony.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Graph zamiast View Hierarchy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visionOS: RealityKit Entity-Component-System. Entity = węzeł grafu sceny. Component = dane (ModelComponent, TransformComponent). System = logika przetwarzania. Brak UIView.subviews — przestrzenna hierarchia 3D.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model — wzrok+gest+głos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kontrolerów. Eye tracking (prywatny — raw data niedostępny dla app). Pinch (potwierdzenie). Gesty rękami (nawigacja). Głos (tekst). OS transluje na standardowe eventy SwiftUI: .onTapGesture, .onLongPressGesture — ten sam kod co iOS.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SpaceOS / spatial abstrakcja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Ogólna kategoria: OS zarządzający obiektoami 3D zamiast oknami. Relacje przestrzenne: anchor (zakotwiczenie), proximity (bliskość), occlusion (zasłanianie przez fizyczne obiekty), shadow casting. Brak klasycznego Activity lifecycle.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w spatial 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visionOS: najsilniejszy sandbox Apple. Aplikacja nie ma dostępu do surowego passthrough video (prywatność przestrzenna). ARKit w visionOS: dane sensoryczne przez high-level API. Rendering systemowy: OS komponuje wszystkie «okna» — app nie widzi innych app content.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38/45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 OS jako system soft real-time: schedulery i deadline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 OS spełnia cechy systemu czasu rzeczywistego miękkiego: UI (&lt;16.7ms), audio (&lt;10ms), sensory (&lt;1ms). Scheduler OS musi balansować deadline'y z efektywnością energetyczną.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Real-Time definicja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RT: naruszenie deadline = katastrofa (systemy medyczne, lotnicze). Soft RT: naruszenie deadline = obniżona jakość, ale nie katastrofa. Mobile: dropped frame = jank (odczuwalny, irytujący, ale nie niebezpieczny). Wyjątek: audio buffer underrun = pstryknięcie dźwięku.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 Scheduling (Android)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SCHED_DEADLINE w kernelu Linux: task deklaruje (runtime, deadline, period). Admission control: kernel odrzuca task jeśli nie może zagwarantować deadline. Android używa SCHED_DEADLINE dla: AudioFlinger (audio pipeline), SurfaceFlinger render thread, camera HAL.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Thread jako RT task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Choreographer: VSync trigger → doFrame() → app draw → RenderThread → GPU. Każdy krok ma deadline: 16.7ms (60Hz) lub 8.3ms (120Hz). Przekroczenie = jank. Android: UI thread ma elevated priority (THREAD_PRIORITY_DISPLAY = -4). Binder threads: normal priority.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pipeline — najtwardszy RT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AudioFlinger (Android): mixing buffer 5-10ms. Underrun = artefakt audio (głośny klik). SCHED_DEADLINE lub SCHED_FIFO dla audio threads. OpenSL ES / AAudio (low-latency audio): eliminuje JNI overhead. iOS: Core Audio: 256 sample buffer @ 44100Hz = 5.8ms.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Energy-aware scheduling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rdzenie: 5 wątki background (niski priorytet). BIG rdzenie: wątek UI i RT. Governor: schedutil (od Linux 4.7) — częstotliwość CPU proporcjonalna do obciążenia schedulera. EAS (Energy-Aware Scheduling) w Android: minimalizuje zużycie energii zachowując deadline'y.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throttling jako RT problem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Przegrzanie CPU → governor obniża taktowanie (throttling). Efekt: budget RT wymagania nie mogą być spełnione → jank, audio stutter. Monitorowanie: ThermalStatusListener (Android 10+), ProcessInfo.thermalState (iOS 13+). Aplikacja musi degradować jakość przy throttlingu.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39/45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systemowe: planowanie, preempcja, reclaim, throttling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Preempcja i context switch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scheduler preemptuje bieżące zadanie gdy wyższy priorytet zadanie jest gotowe. Context switch: ~1-5μs na ARM (save/restore rejestrów + TLB flush). Android: avg ~1000 context switches/s podczas intensywnej pracy UI. Zbyt częste context switches = overhead schedulera.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Reclaim — kswapd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swap daemon (kswapd) aktywuje się przy presji RAM. Android: brak swapu fizycznego → kswapd + ZRAM (kompresja RAM). ZRAM: kompresuje strony pamięci 2:1-3:1 (lz4/zstd). Efekt: więcej efektywnej RAM kosztem CPU. Android włącza ZRAM domyślnie.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Governor — częstotliwość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schedutil (Linux): CPU freq = f(scheduler utilization). Ondemand (starsze): agresywne podwyższanie, leniwe obniżanie. Conservative: wolne zmiany. Interactive (Qualcomm): niestandardowy dla responsywności. Apple: P-state management w ARM przez SMC (System Management Controller).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40/45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Mobilne OS jako obiekt badań naukowych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Mobilne OS są aktywnym obszarem badań: od optymalizacji schedulerów, przez sandboxing, po AI on-device. Konferencje SOSP, OSDI, MobiSys, USENIX Security regularnie przyjmują prace o mobilnych 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prywatność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wycieków przez intent side-channels. Fingerprinting przez sensory bez uprawnień (gyroscope, barometr). Third-party SDK privacy analysis (popularny research: 80%+ top apps wysyła dane do 10+ SDKów). TaintDroid (dynamiczna analiza przepływu danych). Repackaging detection.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Energooszczędność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Profilowanie zużycia energii per-API. Modelowanie energii: powertop, energy profiler. AppDoze badania: optymalny window dla background tasks. Battery-aware compilation: LLVM optymalizacje dla zmniejszenia instrukcji idle. EAS evaluation.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Schedulery i zarządzanie zasobami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Symulacje alternatywnych schedulerów (EEVDF, CFS-NUMA). Analiza OOM Killer decyzji. Memory pressure response time. Heterogeneous Multi-Processing (HMP) scheduling na big.LITTLE. DVFS (Dynamic Voltage and Frequency Scaling) optymalizacja.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on-device — aktywny obszar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LLM na mobile: quantization (INT4/INT8 GGUF), speculative decoding. Core ML, TensorFlow Lite, ONNX Runtime profiling. Federated Learning na urządzeniach mobilnych (Google Gboard research). Privacy-preserving inference: Secure Aggregation protokoły.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i microkernel research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Binder vs XPC latencji. Formalna weryfikacja protokołów IPC (seL4 proof). Capability leakage w Fuchsia Zircon. L4 microkernel family vs monolityczne: overhead vs izolacja trade-off. SOSP'23: IPC throughput w wielordzeniowych systemach.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systemowy i aplikacyjny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Badanie przyczyn ANR i crash: Android Vitals dataset analysis. Analiza porzuceń aplikacji korelowana z frame rate. Startup time impact na retention: 100ms wzrost → -1.7% konwersja (Google study). Cold start prediction i pre-warming.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41/45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badawcze: profilowanie, trace'y, symulacje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040880" y="768096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3263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8896" y="8138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Zob. notatki: kod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216152"/>
            <a:ext cx="73152" cy="14584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Profilowanie systemowe — Perfetto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Perfetto (successor Systrace). Traces: ftrace events, atrace, userspace SDK. Sekcje: UI thread frames, binder transactions, memory allocations, GPU queue. Analiza w perfetto.dev (web UI). Output: trace.pb (protobuf). Cloud Trace upload dla analizy z CI.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0" y="1216152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16152"/>
            <a:ext cx="73152" cy="14584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271016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Instrumentacja kernela — eBPF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programs (5.x kernel): wstrzyknięcie kodu do kernel events bez modyfikacji kernela. Narzędzia: bpftrace, bcc (BPF Compiler Collection). Monitorowanie: network per-app, file I/O, scheduler events, CPU temperature. Bezpieczne: eBPF verifier gwarantuje brak pętli nieskończonych.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820924"/>
            <a:ext cx="73152" cy="14584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 syntetyczne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Geekbench, AnTuTu. GPU: 3DMark. I/O: Androbench. Pamięć: AIDA64. Startup: Macrobenchmark (Jetpack). Ograniczenia: syntetyczne != real-world. Thermal throttling po ~10 min → wyniki niereprodukowalne. Preferuj real-world trace nad syntetyk.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0" y="2820924"/>
            <a:ext cx="4224528" cy="1458468"/>
          </a:xfrm>
          <a:prstGeom prst="roundRect">
            <a:avLst>
              <a:gd name="adj" fmla="val 3762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820924"/>
            <a:ext cx="73152" cy="14584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875788"/>
            <a:ext cx="4023360" cy="13487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Modyfikowane kernele — badania
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AOSP kernel fork: zmiana schedulera, LMK parametrów, energetycznych mechanizmów. Android emulator (QEMU/KVM): modyfikacje bez urządzenia. GKI (Generic Kernel Image): od Android 12 — moduły kernela bez rekompilacji całości. Sprawdza vendor extensions.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42/45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rozwojowe mobilnych OS: AI, prywatność, Rust kernel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Mobilne OS ewoluują w kilku kluczowych kierunkach: wbudowany AI (on-device LLM), prywatność jako funkcja systemowa, Rust w kernelu i nowe modele interakcji (Spatial, wearables).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w kernelu Android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Linux 6.1 (2022): Rust jako drugi język kernela obok C. Android 13+: pierwsze sterowniki w Rust (Binder, misc drivers). Cel: memory safety bez GC overhead. Google: 90% krytycznych podatności Androida to memory safety bugs — Rust eliminuje klasę całkowicie.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7650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jako syscall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API (Android) / Core ML (iOS): systemowe API dla ML inference. Gemini Nano (Android 14+) wbudowany w OS. Apple Intelligence (iOS 18): systemowe modele językowe. NPU jako pierwszorzędny zasób OS — jak CPU/GPU.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01168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602992"/>
            <a:ext cx="73152" cy="765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Sandbox na mobile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Privacy Sandbox: Topics API (zastępuje IDFA do targetowania reklam), FLEDGE (on-device aukcje reklamowe), Attribution Reporting API. Cel: reklamy bez cross-app tracking. Inspirowane Chrome Privacy Sandbox. Implementacja: 2024-2025.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572000" y="2602992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602992"/>
            <a:ext cx="73152" cy="76504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657856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— nowa platforma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Android XR (2024): dedykowany build Androida dla headsetów i smart glasses. Samsung Project Moohan headset. Gemini AI + Android XR stack. OpenXR backend. Konwergencja: aplikacje Android adaptują się do przestrzennego UI automatycznie.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01168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514344"/>
            <a:ext cx="73152" cy="765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OS i Wear 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OS 4 (2023): oparty na Android 13. Tiles API dla szybkiego dostępu. Health Services API: ciągłe monitorowanie biometryczne (ECG, SpO2, EDA). Ograniczenia: RAM 1GB, ekran 450×450, bateria 300mAh. Inna filozofia lifecycle.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514344"/>
            <a:ext cx="4224528" cy="765048"/>
          </a:xfrm>
          <a:prstGeom prst="roundRect">
            <a:avLst>
              <a:gd name="adj" fmla="val 7171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514344"/>
            <a:ext cx="73152" cy="765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569208"/>
            <a:ext cx="4023360" cy="655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Treble 2.0 — modular OS
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15+: dalsze modularyzowanie OS. APEX modules dla więcej komponentów. Kernel Image (GKI) + Vendor Modules bez rekompilacji kernela. Cel: Update OS bez udziału OEM dla krytycznych bezpieczeństwa patches. Super partition dynamiczna.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43/45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Znaczenie wiedzy systemowej: ANR, OOM i optymalizacja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6032" y="75895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Programista mobilny operuje «pod dyktando» OS. Nieznajomość mechanizmów systemowych prowadzi do typowych błędów: ANR, OOM crash, wycieków pamięci, nadmiernego zużycia baterii.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7315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46504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 — operacja na UI thread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Objaw: dialog «Aplikacja nie odpowiada». Przyczyna: sieć/I/O/database na wątku głównym. Diagnoza: /data/anr/traces.txt, Android Vitals. Naprawa: Coroutines Dispatchers.IO, RxJava subscribeOn(io()). StrictMode w DEBUG.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7315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46504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Crash — wyciek pamięci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Objaw: java.lang.OutOfMemoryError. Przyczyna: Activity/Context w static field, Bitmap bez recycle, anonymous inner class z referencją. Diagnoza: LeakCanary, Memory Profiler heap dump. Naprawa: weak references, proper lifecycle, Coil/Glide memory cache.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01168" y="2496312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2496312"/>
            <a:ext cx="73152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Battery Drain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Objaw: użytkownicy zgłaszają szybkie rozładowanie. Przyczyna: WakeLock nie zwolniony, GPS w tle, ciągły sieciowy polling. Diagnoza: Battery Historian, adb shell dumpsys batterystats. Naprawa: WorkManager, passive location, exponential backoff.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0" y="2496312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496312"/>
            <a:ext cx="7315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551176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Killed in Background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Objaw: dane utracone, użytkownik wraca do stanu początkowego. Przyczyna: brak zapisu stanu, ignorowanie onSaveInstanceState. Diagnoza: ProcessLifecycleOwner, Don't Keep Activities (dev options). Naprawa: ViewModel + SavedStateHandle + Room.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01168" y="3300984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3300984"/>
            <a:ext cx="73152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55848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 PROGRAMOWANIA SYSTEMOWO-ŚWIADOMEGO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NIGDY nie blokuj UI thread (&gt;5ms to ryzyko).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0" y="3300984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300984"/>
            <a:ext cx="73152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355848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Zawsze reaguj na onTrimMemory() i zwalniaj cache.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Używaj WorkManager zamiast AlarmManager/Service dla tła.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01168" y="4105656"/>
            <a:ext cx="4224528" cy="658368"/>
          </a:xfrm>
          <a:prstGeom prst="roundRect">
            <a:avLst>
              <a:gd name="adj" fmla="val 8333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4105656"/>
            <a:ext cx="7315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160520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Testuj na urządzeniu low-end z włączonym Don't Keep Activities.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Profiluj na urządzeniu — nie na emulatorze. Dane są różne.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44/45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3A"/>
          </a:solidFill>
          <a:ln w="12700">
            <a:solidFill>
              <a:srgbClr val="1628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Podsumowanie: mobilny OS jako aktywny uczestnik wykonania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170432"/>
            <a:ext cx="73152" cy="3108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 &amp; Architektura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Procesy &amp; Pamięć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Bezpieczeństwo Sandbox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Cykl życia &amp; Background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&amp; Performance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 OS &amp; Przyszłość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Kluczowy wniosek: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aktywnie zarządza zasobami, cyklem życia i bezpieczeństwem. Znajomość mechanizmów OS jest warunkiem koniecznym tworzenia stabilnych, wydajnych aplikacji.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62856" y="1170432"/>
            <a:ext cx="4233672" cy="3108960"/>
          </a:xfrm>
          <a:prstGeom prst="roundRect">
            <a:avLst>
              <a:gd name="adj" fmla="val 1765"/>
            </a:avLst>
          </a:prstGeom>
          <a:solidFill>
            <a:srgbClr val="0A253A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2856" y="1170432"/>
            <a:ext cx="73152" cy="31089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243584"/>
            <a:ext cx="4014216" cy="2962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CFS + cgroups (Android) XNU Mach+BSD (iOS) HAL → Runtime → Framework Programista widzi tylko API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UID isolation, OOM Adj Brak swap → SIGKILL bez warning onTrimMemory() to kontrakt Zygote fork model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SELinux + seccomp-bpf (Android) Entitlements + Secure Enclave (iOS) Runtime Permissions Verified Boot chain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kontroluje lifecycle całkowicie ForegroundService = widoczny kontrakt WorkManager = energy-aware scheduling SavedStateHandle = przeżycie śmierci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ART: AOT+JIT+Baseline Profiles GC pauz eliminacja przez pooling &lt;16.7ms frame budget @ 60Hz Soft real-time: UI, audio, sensory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Fuchsia: capability bez POSIX visionOS: spatial lifecycle Rust w kernelu: memory safety AI on-device = nowy syscall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Programowanie mobilne to programowanie systemowe w środowisku o silnych ograniczeniach. OS nie jest pasywnym tłem —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896612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Aplikacji Mobilnych | Mobilne Systemy Operacyjne | Informatyka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66760" y="48966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45/45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Mobilne Systemy Operacyjne — wersja wizualna</dc:title>
  <dc:subject>Mobilne Systemy Operacyjne</dc:subject>
  <dc:creator>OpenAI</dc:creator>
  <cp:lastModifiedBy>OpenAI</cp:lastModifiedBy>
  <cp:revision>1</cp:revision>
  <dcterms:created xsi:type="dcterms:W3CDTF">2026-03-11T21:16:49Z</dcterms:created>
  <dcterms:modified xsi:type="dcterms:W3CDTF">2026-03-11T21:16:49Z</dcterms:modified>
</cp:coreProperties>
</file>